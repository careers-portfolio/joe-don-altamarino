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12"/>
  </p:notesMasterIdLst>
  <p:sldIdLst>
    <p:sldId id="1384" r:id="rId5"/>
    <p:sldId id="1423" r:id="rId6"/>
    <p:sldId id="1422" r:id="rId7"/>
    <p:sldId id="1424" r:id="rId8"/>
    <p:sldId id="1421" r:id="rId9"/>
    <p:sldId id="1414" r:id="rId10"/>
    <p:sldId id="1367" r:id="rId11"/>
  </p:sldIdLst>
  <p:sldSz cx="24384000" cy="13716000"/>
  <p:notesSz cx="7102475" cy="9388475"/>
  <p:embeddedFontLst>
    <p:embeddedFont>
      <p:font typeface="Elena Basic Regular" panose="02000000000000000000" pitchFamily="50" charset="0"/>
      <p:regular r:id="rId13"/>
      <p:bold r:id="rId14"/>
      <p:italic r:id="rId15"/>
      <p:boldItalic r:id="rId16"/>
    </p:embeddedFont>
    <p:embeddedFont>
      <p:font typeface="Proxima Nova Alt Lt" panose="02000506030000020004" pitchFamily="50" charset="0"/>
      <p:regular r:id="rId17"/>
      <p:bold r:id="rId18"/>
      <p:italic r:id="rId19"/>
      <p:boldItalic r:id="rId20"/>
    </p:embeddedFont>
    <p:embeddedFont>
      <p:font typeface="Proxima Nova Lt" panose="02000506030000020004" pitchFamily="50" charset="0"/>
      <p:regular r:id="rId21"/>
      <p:bold r:id="rId22"/>
      <p:italic r:id="rId23"/>
      <p:boldItalic r:id="rId24"/>
    </p:embeddedFont>
    <p:embeddedFont>
      <p:font typeface="Proxima Nova Rg" panose="02000506030000020004" pitchFamily="50" charset="0"/>
      <p:regular r:id="rId25"/>
      <p:bold r:id="rId26"/>
      <p:italic r:id="rId27"/>
      <p:boldItalic r:id="rId28"/>
    </p:embeddedFont>
    <p:embeddedFont>
      <p:font typeface="Proxima Nova Th" panose="02000506030000020004" pitchFamily="50" charset="0"/>
      <p:regular r:id="rId29"/>
      <p:bold r:id="rId30"/>
      <p:italic r:id="rId31"/>
      <p:boldItalic r:id="rId32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4C74"/>
    <a:srgbClr val="A4CD3C"/>
    <a:srgbClr val="F2F2F2"/>
    <a:srgbClr val="FF9900"/>
    <a:srgbClr val="FFFFFF"/>
    <a:srgbClr val="AAADAE"/>
    <a:srgbClr val="2B529D"/>
    <a:srgbClr val="4A8C38"/>
    <a:srgbClr val="243C82"/>
    <a:srgbClr val="44BB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97CCA4-038B-4EB6-BA81-DCF1DCCC56C9}" v="1" dt="2026-02-13T09:03:10.479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32" d="100"/>
          <a:sy n="32" d="100"/>
        </p:scale>
        <p:origin x="996" y="16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21" Type="http://schemas.openxmlformats.org/officeDocument/2006/relationships/font" Target="fonts/font9.fntdata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D Altamarino" userId="1ac171be-ce21-4233-a739-e3d611a2747e" providerId="ADAL" clId="{6E9AF7C3-1E1E-4952-BBAD-A5A9EDF1AF10}"/>
    <pc:docChg chg="undo custSel modSld">
      <pc:chgData name="JD Altamarino" userId="1ac171be-ce21-4233-a739-e3d611a2747e" providerId="ADAL" clId="{6E9AF7C3-1E1E-4952-BBAD-A5A9EDF1AF10}" dt="2026-02-13T09:10:08.491" v="5553" actId="20577"/>
      <pc:docMkLst>
        <pc:docMk/>
      </pc:docMkLst>
      <pc:sldChg chg="addSp delSp modSp mod">
        <pc:chgData name="JD Altamarino" userId="1ac171be-ce21-4233-a739-e3d611a2747e" providerId="ADAL" clId="{6E9AF7C3-1E1E-4952-BBAD-A5A9EDF1AF10}" dt="2026-02-13T09:03:21.481" v="5376" actId="1076"/>
        <pc:sldMkLst>
          <pc:docMk/>
          <pc:sldMk cId="3895294133" sldId="1384"/>
        </pc:sldMkLst>
        <pc:picChg chg="add mod">
          <ac:chgData name="JD Altamarino" userId="1ac171be-ce21-4233-a739-e3d611a2747e" providerId="ADAL" clId="{6E9AF7C3-1E1E-4952-BBAD-A5A9EDF1AF10}" dt="2026-02-13T09:03:21.481" v="5376" actId="1076"/>
          <ac:picMkLst>
            <pc:docMk/>
            <pc:sldMk cId="3895294133" sldId="1384"/>
            <ac:picMk id="2" creationId="{8527EED0-C84E-841C-B296-91FF64FA22CA}"/>
          </ac:picMkLst>
        </pc:picChg>
        <pc:picChg chg="add del mod modCrop">
          <ac:chgData name="JD Altamarino" userId="1ac171be-ce21-4233-a739-e3d611a2747e" providerId="ADAL" clId="{6E9AF7C3-1E1E-4952-BBAD-A5A9EDF1AF10}" dt="2026-02-13T09:03:09.812" v="5370" actId="478"/>
          <ac:picMkLst>
            <pc:docMk/>
            <pc:sldMk cId="3895294133" sldId="1384"/>
            <ac:picMk id="5" creationId="{C6D3FEEE-23BE-5159-34E2-3AD133B53B9D}"/>
          </ac:picMkLst>
        </pc:picChg>
      </pc:sldChg>
      <pc:sldChg chg="modSp mod">
        <pc:chgData name="JD Altamarino" userId="1ac171be-ce21-4233-a739-e3d611a2747e" providerId="ADAL" clId="{6E9AF7C3-1E1E-4952-BBAD-A5A9EDF1AF10}" dt="2026-02-13T09:10:08.491" v="5553" actId="20577"/>
        <pc:sldMkLst>
          <pc:docMk/>
          <pc:sldMk cId="576022291" sldId="1414"/>
        </pc:sldMkLst>
        <pc:spChg chg="mod">
          <ac:chgData name="JD Altamarino" userId="1ac171be-ce21-4233-a739-e3d611a2747e" providerId="ADAL" clId="{6E9AF7C3-1E1E-4952-BBAD-A5A9EDF1AF10}" dt="2026-02-13T09:07:45.554" v="5433" actId="20577"/>
          <ac:spMkLst>
            <pc:docMk/>
            <pc:sldMk cId="576022291" sldId="1414"/>
            <ac:spMk id="3" creationId="{4872C6BE-651A-B0A5-B530-67966FE7718E}"/>
          </ac:spMkLst>
        </pc:spChg>
        <pc:spChg chg="mod">
          <ac:chgData name="JD Altamarino" userId="1ac171be-ce21-4233-a739-e3d611a2747e" providerId="ADAL" clId="{6E9AF7C3-1E1E-4952-BBAD-A5A9EDF1AF10}" dt="2026-02-13T09:07:49.764" v="5435" actId="20577"/>
          <ac:spMkLst>
            <pc:docMk/>
            <pc:sldMk cId="576022291" sldId="1414"/>
            <ac:spMk id="6" creationId="{8E770336-FEE6-7A4D-A197-AB1054411967}"/>
          </ac:spMkLst>
        </pc:spChg>
        <pc:spChg chg="mod">
          <ac:chgData name="JD Altamarino" userId="1ac171be-ce21-4233-a739-e3d611a2747e" providerId="ADAL" clId="{6E9AF7C3-1E1E-4952-BBAD-A5A9EDF1AF10}" dt="2026-02-13T09:07:55.106" v="5439" actId="20577"/>
          <ac:spMkLst>
            <pc:docMk/>
            <pc:sldMk cId="576022291" sldId="1414"/>
            <ac:spMk id="9" creationId="{E041A4A4-11B4-EB1D-F61C-C27B707D09DF}"/>
          </ac:spMkLst>
        </pc:spChg>
        <pc:spChg chg="mod">
          <ac:chgData name="JD Altamarino" userId="1ac171be-ce21-4233-a739-e3d611a2747e" providerId="ADAL" clId="{6E9AF7C3-1E1E-4952-BBAD-A5A9EDF1AF10}" dt="2026-02-13T09:10:08.491" v="5553" actId="20577"/>
          <ac:spMkLst>
            <pc:docMk/>
            <pc:sldMk cId="576022291" sldId="1414"/>
            <ac:spMk id="12" creationId="{950EC530-389E-DFCA-A5AB-774DB99D7D1B}"/>
          </ac:spMkLst>
        </pc:spChg>
      </pc:sldChg>
      <pc:sldChg chg="modSp mod">
        <pc:chgData name="JD Altamarino" userId="1ac171be-ce21-4233-a739-e3d611a2747e" providerId="ADAL" clId="{6E9AF7C3-1E1E-4952-BBAD-A5A9EDF1AF10}" dt="2026-02-13T09:07:31.966" v="5425" actId="1076"/>
        <pc:sldMkLst>
          <pc:docMk/>
          <pc:sldMk cId="745506055" sldId="1421"/>
        </pc:sldMkLst>
        <pc:spChg chg="mod">
          <ac:chgData name="JD Altamarino" userId="1ac171be-ce21-4233-a739-e3d611a2747e" providerId="ADAL" clId="{6E9AF7C3-1E1E-4952-BBAD-A5A9EDF1AF10}" dt="2026-02-13T09:07:31.966" v="5425" actId="1076"/>
          <ac:spMkLst>
            <pc:docMk/>
            <pc:sldMk cId="745506055" sldId="1421"/>
            <ac:spMk id="2" creationId="{16B63179-F82E-1A08-5DB2-7074854714F9}"/>
          </ac:spMkLst>
        </pc:spChg>
      </pc:sldChg>
      <pc:sldChg chg="modSp mod">
        <pc:chgData name="JD Altamarino" userId="1ac171be-ce21-4233-a739-e3d611a2747e" providerId="ADAL" clId="{6E9AF7C3-1E1E-4952-BBAD-A5A9EDF1AF10}" dt="2026-02-13T09:05:49.648" v="5402" actId="20577"/>
        <pc:sldMkLst>
          <pc:docMk/>
          <pc:sldMk cId="3833926587" sldId="1422"/>
        </pc:sldMkLst>
        <pc:spChg chg="mod">
          <ac:chgData name="JD Altamarino" userId="1ac171be-ce21-4233-a739-e3d611a2747e" providerId="ADAL" clId="{6E9AF7C3-1E1E-4952-BBAD-A5A9EDF1AF10}" dt="2026-02-13T09:05:49.648" v="5402" actId="20577"/>
          <ac:spMkLst>
            <pc:docMk/>
            <pc:sldMk cId="3833926587" sldId="1422"/>
            <ac:spMk id="2" creationId="{16B63179-F82E-1A08-5DB2-7074854714F9}"/>
          </ac:spMkLst>
        </pc:spChg>
      </pc:sldChg>
      <pc:sldChg chg="modSp mod">
        <pc:chgData name="JD Altamarino" userId="1ac171be-ce21-4233-a739-e3d611a2747e" providerId="ADAL" clId="{6E9AF7C3-1E1E-4952-BBAD-A5A9EDF1AF10}" dt="2026-02-13T09:05:00.097" v="5393" actId="2711"/>
        <pc:sldMkLst>
          <pc:docMk/>
          <pc:sldMk cId="3990912292" sldId="1423"/>
        </pc:sldMkLst>
        <pc:spChg chg="mod">
          <ac:chgData name="JD Altamarino" userId="1ac171be-ce21-4233-a739-e3d611a2747e" providerId="ADAL" clId="{6E9AF7C3-1E1E-4952-BBAD-A5A9EDF1AF10}" dt="2026-02-13T09:05:00.097" v="5393" actId="2711"/>
          <ac:spMkLst>
            <pc:docMk/>
            <pc:sldMk cId="3990912292" sldId="1423"/>
            <ac:spMk id="2" creationId="{16B63179-F82E-1A08-5DB2-7074854714F9}"/>
          </ac:spMkLst>
        </pc:spChg>
      </pc:sldChg>
      <pc:sldChg chg="modSp mod">
        <pc:chgData name="JD Altamarino" userId="1ac171be-ce21-4233-a739-e3d611a2747e" providerId="ADAL" clId="{6E9AF7C3-1E1E-4952-BBAD-A5A9EDF1AF10}" dt="2026-02-13T09:06:59.613" v="5417" actId="20577"/>
        <pc:sldMkLst>
          <pc:docMk/>
          <pc:sldMk cId="1061548947" sldId="1424"/>
        </pc:sldMkLst>
        <pc:spChg chg="mod">
          <ac:chgData name="JD Altamarino" userId="1ac171be-ce21-4233-a739-e3d611a2747e" providerId="ADAL" clId="{6E9AF7C3-1E1E-4952-BBAD-A5A9EDF1AF10}" dt="2026-02-13T09:06:59.613" v="5417" actId="20577"/>
          <ac:spMkLst>
            <pc:docMk/>
            <pc:sldMk cId="1061548947" sldId="1424"/>
            <ac:spMk id="2" creationId="{16B63179-F82E-1A08-5DB2-7074854714F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>
            <a:spLocks noGrp="1" noRot="1" noChangeAspect="1"/>
          </p:cNvSpPr>
          <p:nvPr>
            <p:ph type="sldImg"/>
          </p:nvPr>
        </p:nvSpPr>
        <p:spPr>
          <a:xfrm>
            <a:off x="423863" y="704850"/>
            <a:ext cx="6254750" cy="3519488"/>
          </a:xfrm>
          <a:prstGeom prst="rect">
            <a:avLst/>
          </a:prstGeom>
        </p:spPr>
        <p:txBody>
          <a:bodyPr lIns="94229" tIns="47114" rIns="94229" bIns="47114"/>
          <a:lstStyle/>
          <a:p>
            <a:endParaRPr/>
          </a:p>
        </p:txBody>
      </p:sp>
      <p:sp>
        <p:nvSpPr>
          <p:cNvPr id="36" name="Shape 36"/>
          <p:cNvSpPr>
            <a:spLocks noGrp="1"/>
          </p:cNvSpPr>
          <p:nvPr>
            <p:ph type="body" sz="quarter" idx="1"/>
          </p:nvPr>
        </p:nvSpPr>
        <p:spPr>
          <a:xfrm>
            <a:off x="946997" y="4459526"/>
            <a:ext cx="5208482" cy="4224814"/>
          </a:xfrm>
          <a:prstGeom prst="rect">
            <a:avLst/>
          </a:prstGeom>
        </p:spPr>
        <p:txBody>
          <a:bodyPr lIns="94229" tIns="47114" rIns="94229" bIns="47114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Proxima Nova Rg" panose="02000506030000020004" pitchFamily="50" charset="0"/>
        <a:ea typeface="Proxima Nova Rg" panose="02000506030000020004" pitchFamily="50" charset="0"/>
        <a:cs typeface="Proxima Nova Rg" panose="02000506030000020004" pitchFamily="50" charset="0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724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6CB4B4D-7CA3-9044-876B-883B54F8677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4" name="图片占位符 8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24384000" cy="13716000"/>
          </a:xfrm>
          <a:custGeom>
            <a:avLst/>
            <a:gdLst>
              <a:gd name="connsiteX0" fmla="*/ 0 w 24384000"/>
              <a:gd name="connsiteY0" fmla="*/ 0 h 13716000"/>
              <a:gd name="connsiteX1" fmla="*/ 24384000 w 24384000"/>
              <a:gd name="connsiteY1" fmla="*/ 0 h 13716000"/>
              <a:gd name="connsiteX2" fmla="*/ 24384000 w 24384000"/>
              <a:gd name="connsiteY2" fmla="*/ 13716000 h 13716000"/>
              <a:gd name="connsiteX3" fmla="*/ 0 w 2438400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4000" h="13716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 sz="2400">
                <a:solidFill>
                  <a:schemeClr val="accent5"/>
                </a:solidFill>
              </a:defRPr>
            </a:lvl1pPr>
          </a:lstStyle>
          <a:p>
            <a:r>
              <a:rPr lang="en-US" altLang="zh-CN"/>
              <a:t>Select and drag your image, drop into placeholder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5123848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sldNum" sz="quarter" idx="2"/>
          </p:nvPr>
        </p:nvSpPr>
        <p:spPr>
          <a:xfrm>
            <a:off x="23558986" y="12928607"/>
            <a:ext cx="392735" cy="41036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图片占位符 8"/>
          <p:cNvSpPr>
            <a:spLocks noGrp="1"/>
          </p:cNvSpPr>
          <p:nvPr>
            <p:ph type="pic" sz="quarter" idx="10"/>
          </p:nvPr>
        </p:nvSpPr>
        <p:spPr>
          <a:xfrm>
            <a:off x="2446521" y="3114571"/>
            <a:ext cx="4877113" cy="5657454"/>
          </a:xfrm>
          <a:custGeom>
            <a:avLst/>
            <a:gdLst>
              <a:gd name="connsiteX0" fmla="*/ 3061890 w 6123780"/>
              <a:gd name="connsiteY0" fmla="*/ 0 h 7103588"/>
              <a:gd name="connsiteX1" fmla="*/ 6123780 w 6123780"/>
              <a:gd name="connsiteY1" fmla="*/ 1756056 h 7103588"/>
              <a:gd name="connsiteX2" fmla="*/ 6123780 w 6123780"/>
              <a:gd name="connsiteY2" fmla="*/ 5347532 h 7103588"/>
              <a:gd name="connsiteX3" fmla="*/ 3061890 w 6123780"/>
              <a:gd name="connsiteY3" fmla="*/ 7103588 h 7103588"/>
              <a:gd name="connsiteX4" fmla="*/ 0 w 6123780"/>
              <a:gd name="connsiteY4" fmla="*/ 5347532 h 7103588"/>
              <a:gd name="connsiteX5" fmla="*/ 0 w 6123780"/>
              <a:gd name="connsiteY5" fmla="*/ 1756056 h 7103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23780" h="7103588">
                <a:moveTo>
                  <a:pt x="3061890" y="0"/>
                </a:moveTo>
                <a:lnTo>
                  <a:pt x="6123780" y="1756056"/>
                </a:lnTo>
                <a:lnTo>
                  <a:pt x="6123780" y="5347532"/>
                </a:lnTo>
                <a:lnTo>
                  <a:pt x="3061890" y="7103588"/>
                </a:lnTo>
                <a:lnTo>
                  <a:pt x="0" y="5347532"/>
                </a:lnTo>
                <a:lnTo>
                  <a:pt x="0" y="175605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038044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7"/>
          <p:cNvSpPr>
            <a:spLocks noGrp="1"/>
          </p:cNvSpPr>
          <p:nvPr>
            <p:ph type="pic" sz="quarter" idx="10"/>
          </p:nvPr>
        </p:nvSpPr>
        <p:spPr>
          <a:xfrm>
            <a:off x="18180302" y="0"/>
            <a:ext cx="6203703" cy="137160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17129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sldNum" sz="quarter" idx="2"/>
          </p:nvPr>
        </p:nvSpPr>
        <p:spPr>
          <a:xfrm>
            <a:off x="23558986" y="12928607"/>
            <a:ext cx="392735" cy="41036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图片占位符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7768" cy="137160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992008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sldNum" sz="quarter" idx="2"/>
          </p:nvPr>
        </p:nvSpPr>
        <p:spPr>
          <a:xfrm>
            <a:off x="23558986" y="12928607"/>
            <a:ext cx="392735" cy="41036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图片占位符 7"/>
          <p:cNvSpPr>
            <a:spLocks noGrp="1"/>
          </p:cNvSpPr>
          <p:nvPr>
            <p:ph type="pic" sz="quarter" idx="10"/>
          </p:nvPr>
        </p:nvSpPr>
        <p:spPr>
          <a:xfrm>
            <a:off x="12196232" y="0"/>
            <a:ext cx="12187768" cy="137160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612230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7"/>
          <p:cNvSpPr>
            <a:spLocks noGrp="1"/>
          </p:cNvSpPr>
          <p:nvPr>
            <p:ph type="pic" sz="quarter" idx="10"/>
          </p:nvPr>
        </p:nvSpPr>
        <p:spPr>
          <a:xfrm>
            <a:off x="3" y="5651508"/>
            <a:ext cx="24398972" cy="8082955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298548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7"/>
          <p:cNvSpPr>
            <a:spLocks noGrp="1"/>
          </p:cNvSpPr>
          <p:nvPr>
            <p:ph type="pic" sz="quarter" idx="10"/>
          </p:nvPr>
        </p:nvSpPr>
        <p:spPr>
          <a:xfrm>
            <a:off x="3" y="-25399"/>
            <a:ext cx="24398972" cy="68580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Shape 18"/>
          <p:cNvSpPr>
            <a:spLocks noGrp="1"/>
          </p:cNvSpPr>
          <p:nvPr>
            <p:ph type="sldNum" sz="quarter" idx="2"/>
          </p:nvPr>
        </p:nvSpPr>
        <p:spPr>
          <a:xfrm>
            <a:off x="23558986" y="12928607"/>
            <a:ext cx="392735" cy="41036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0496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sldNum" sz="quarter" idx="2"/>
          </p:nvPr>
        </p:nvSpPr>
        <p:spPr>
          <a:xfrm>
            <a:off x="23558986" y="12928607"/>
            <a:ext cx="392735" cy="41036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图片占位符 7"/>
          <p:cNvSpPr>
            <a:spLocks noGrp="1"/>
          </p:cNvSpPr>
          <p:nvPr>
            <p:ph type="pic" sz="quarter" idx="10"/>
          </p:nvPr>
        </p:nvSpPr>
        <p:spPr>
          <a:xfrm>
            <a:off x="3213308" y="1819085"/>
            <a:ext cx="8962697" cy="10086535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0" name="图片占位符 7"/>
          <p:cNvSpPr>
            <a:spLocks noGrp="1"/>
          </p:cNvSpPr>
          <p:nvPr>
            <p:ph type="pic" sz="quarter" idx="11"/>
          </p:nvPr>
        </p:nvSpPr>
        <p:spPr>
          <a:xfrm>
            <a:off x="12176005" y="1819085"/>
            <a:ext cx="8962697" cy="10086535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2998383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sldNum" sz="quarter" idx="2"/>
          </p:nvPr>
        </p:nvSpPr>
        <p:spPr>
          <a:xfrm>
            <a:off x="23558986" y="12928607"/>
            <a:ext cx="392735" cy="41036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图片占位符 7"/>
          <p:cNvSpPr>
            <a:spLocks noGrp="1"/>
          </p:cNvSpPr>
          <p:nvPr>
            <p:ph type="pic" sz="quarter" idx="10"/>
          </p:nvPr>
        </p:nvSpPr>
        <p:spPr>
          <a:xfrm>
            <a:off x="1" y="-4113"/>
            <a:ext cx="7318875" cy="137160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1" name="图片占位符 7"/>
          <p:cNvSpPr>
            <a:spLocks noGrp="1"/>
          </p:cNvSpPr>
          <p:nvPr>
            <p:ph type="pic" sz="quarter" idx="11"/>
          </p:nvPr>
        </p:nvSpPr>
        <p:spPr>
          <a:xfrm>
            <a:off x="7503322" y="-4113"/>
            <a:ext cx="5858279" cy="137160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78787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sldNum" sz="quarter" idx="2"/>
          </p:nvPr>
        </p:nvSpPr>
        <p:spPr>
          <a:xfrm>
            <a:off x="23558986" y="12928607"/>
            <a:ext cx="392735" cy="41036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sz="quarter" idx="10"/>
          </p:nvPr>
        </p:nvSpPr>
        <p:spPr>
          <a:xfrm>
            <a:off x="10157717" y="-1"/>
            <a:ext cx="7426115" cy="13699671"/>
          </a:xfrm>
          <a:custGeom>
            <a:avLst/>
            <a:gdLst>
              <a:gd name="connsiteX0" fmla="*/ 0 w 7426114"/>
              <a:gd name="connsiteY0" fmla="*/ 0 h 13699671"/>
              <a:gd name="connsiteX1" fmla="*/ 5401371 w 7426114"/>
              <a:gd name="connsiteY1" fmla="*/ 0 h 13699671"/>
              <a:gd name="connsiteX2" fmla="*/ 7426114 w 7426114"/>
              <a:gd name="connsiteY2" fmla="*/ 13699671 h 13699671"/>
              <a:gd name="connsiteX3" fmla="*/ 2024743 w 7426114"/>
              <a:gd name="connsiteY3" fmla="*/ 13699671 h 13699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26114" h="13699671">
                <a:moveTo>
                  <a:pt x="0" y="0"/>
                </a:moveTo>
                <a:lnTo>
                  <a:pt x="5401371" y="0"/>
                </a:lnTo>
                <a:lnTo>
                  <a:pt x="7426114" y="13699671"/>
                </a:lnTo>
                <a:lnTo>
                  <a:pt x="2024743" y="1369967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1"/>
          </p:nvPr>
        </p:nvSpPr>
        <p:spPr>
          <a:xfrm>
            <a:off x="15802285" y="-29428"/>
            <a:ext cx="7426115" cy="13699671"/>
          </a:xfrm>
          <a:custGeom>
            <a:avLst/>
            <a:gdLst>
              <a:gd name="connsiteX0" fmla="*/ 0 w 7426114"/>
              <a:gd name="connsiteY0" fmla="*/ 0 h 13699671"/>
              <a:gd name="connsiteX1" fmla="*/ 5401371 w 7426114"/>
              <a:gd name="connsiteY1" fmla="*/ 0 h 13699671"/>
              <a:gd name="connsiteX2" fmla="*/ 7426114 w 7426114"/>
              <a:gd name="connsiteY2" fmla="*/ 13699671 h 13699671"/>
              <a:gd name="connsiteX3" fmla="*/ 2024743 w 7426114"/>
              <a:gd name="connsiteY3" fmla="*/ 13699671 h 13699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26114" h="13699671">
                <a:moveTo>
                  <a:pt x="0" y="0"/>
                </a:moveTo>
                <a:lnTo>
                  <a:pt x="5401371" y="0"/>
                </a:lnTo>
                <a:lnTo>
                  <a:pt x="7426114" y="13699671"/>
                </a:lnTo>
                <a:lnTo>
                  <a:pt x="2024743" y="1369967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571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sldNum" sz="quarter" idx="2"/>
          </p:nvPr>
        </p:nvSpPr>
        <p:spPr>
          <a:xfrm>
            <a:off x="23558986" y="12928607"/>
            <a:ext cx="392735" cy="41036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图片占位符 7"/>
          <p:cNvSpPr>
            <a:spLocks noGrp="1"/>
          </p:cNvSpPr>
          <p:nvPr>
            <p:ph type="pic" sz="quarter" idx="11"/>
          </p:nvPr>
        </p:nvSpPr>
        <p:spPr>
          <a:xfrm>
            <a:off x="16327" y="-4113"/>
            <a:ext cx="5050973" cy="10588757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0" name="图片占位符 7"/>
          <p:cNvSpPr>
            <a:spLocks noGrp="1"/>
          </p:cNvSpPr>
          <p:nvPr>
            <p:ph type="pic" sz="quarter" idx="12"/>
          </p:nvPr>
        </p:nvSpPr>
        <p:spPr>
          <a:xfrm>
            <a:off x="5321300" y="3105963"/>
            <a:ext cx="5050973" cy="10588757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1" name="图片占位符 7"/>
          <p:cNvSpPr>
            <a:spLocks noGrp="1"/>
          </p:cNvSpPr>
          <p:nvPr>
            <p:ph type="pic" sz="quarter" idx="13"/>
          </p:nvPr>
        </p:nvSpPr>
        <p:spPr>
          <a:xfrm>
            <a:off x="10626276" y="8"/>
            <a:ext cx="5050973" cy="10588757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249760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sldNum" sz="quarter" idx="2"/>
          </p:nvPr>
        </p:nvSpPr>
        <p:spPr>
          <a:xfrm>
            <a:off x="23558986" y="12928607"/>
            <a:ext cx="392735" cy="41036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图片占位符 7"/>
          <p:cNvSpPr>
            <a:spLocks noGrp="1"/>
          </p:cNvSpPr>
          <p:nvPr>
            <p:ph type="pic" sz="quarter" idx="10"/>
          </p:nvPr>
        </p:nvSpPr>
        <p:spPr>
          <a:xfrm>
            <a:off x="3579" y="6473328"/>
            <a:ext cx="12827000" cy="7242672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0" name="图片占位符 7"/>
          <p:cNvSpPr>
            <a:spLocks noGrp="1"/>
          </p:cNvSpPr>
          <p:nvPr>
            <p:ph type="pic" sz="quarter" idx="11"/>
          </p:nvPr>
        </p:nvSpPr>
        <p:spPr>
          <a:xfrm>
            <a:off x="3580" y="0"/>
            <a:ext cx="6350051" cy="6348152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1" name="图片占位符 7"/>
          <p:cNvSpPr>
            <a:spLocks noGrp="1"/>
          </p:cNvSpPr>
          <p:nvPr>
            <p:ph type="pic" sz="quarter" idx="12"/>
          </p:nvPr>
        </p:nvSpPr>
        <p:spPr>
          <a:xfrm>
            <a:off x="6480529" y="-1849"/>
            <a:ext cx="6350051" cy="6348152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0884404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7"/>
          <p:cNvSpPr>
            <a:spLocks noGrp="1"/>
          </p:cNvSpPr>
          <p:nvPr>
            <p:ph type="pic" sz="quarter" idx="10"/>
          </p:nvPr>
        </p:nvSpPr>
        <p:spPr>
          <a:xfrm>
            <a:off x="6499705" y="4509"/>
            <a:ext cx="11379203" cy="6788151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0" name="图片占位符 7"/>
          <p:cNvSpPr>
            <a:spLocks noGrp="1"/>
          </p:cNvSpPr>
          <p:nvPr>
            <p:ph type="pic" sz="quarter" idx="11"/>
          </p:nvPr>
        </p:nvSpPr>
        <p:spPr>
          <a:xfrm>
            <a:off x="1" y="0"/>
            <a:ext cx="6350051" cy="6799002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1" name="图片占位符 7"/>
          <p:cNvSpPr>
            <a:spLocks noGrp="1"/>
          </p:cNvSpPr>
          <p:nvPr>
            <p:ph type="pic" sz="quarter" idx="12"/>
          </p:nvPr>
        </p:nvSpPr>
        <p:spPr>
          <a:xfrm>
            <a:off x="18028561" y="-6350"/>
            <a:ext cx="6350051" cy="6799002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775241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sldNum" sz="quarter" idx="2"/>
          </p:nvPr>
        </p:nvSpPr>
        <p:spPr>
          <a:xfrm>
            <a:off x="23558986" y="12928607"/>
            <a:ext cx="392735" cy="41036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图片占位符 7"/>
          <p:cNvSpPr>
            <a:spLocks noGrp="1"/>
          </p:cNvSpPr>
          <p:nvPr>
            <p:ph type="pic" sz="quarter" idx="10"/>
          </p:nvPr>
        </p:nvSpPr>
        <p:spPr>
          <a:xfrm>
            <a:off x="3585" y="0"/>
            <a:ext cx="8954335" cy="137160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0" name="图片占位符 7"/>
          <p:cNvSpPr>
            <a:spLocks noGrp="1"/>
          </p:cNvSpPr>
          <p:nvPr>
            <p:ph type="pic" sz="quarter" idx="11"/>
          </p:nvPr>
        </p:nvSpPr>
        <p:spPr>
          <a:xfrm>
            <a:off x="9107353" y="0"/>
            <a:ext cx="6743131" cy="678252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1" name="图片占位符 7"/>
          <p:cNvSpPr>
            <a:spLocks noGrp="1"/>
          </p:cNvSpPr>
          <p:nvPr>
            <p:ph type="pic" sz="quarter" idx="12"/>
          </p:nvPr>
        </p:nvSpPr>
        <p:spPr>
          <a:xfrm>
            <a:off x="9107353" y="6932093"/>
            <a:ext cx="6743131" cy="678252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5798329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图片占位符 7"/>
          <p:cNvSpPr>
            <a:spLocks noGrp="1"/>
          </p:cNvSpPr>
          <p:nvPr>
            <p:ph type="pic" sz="quarter" idx="11"/>
          </p:nvPr>
        </p:nvSpPr>
        <p:spPr>
          <a:xfrm>
            <a:off x="10732953" y="719"/>
            <a:ext cx="6743131" cy="678252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5" name="图片占位符 7"/>
          <p:cNvSpPr>
            <a:spLocks noGrp="1"/>
          </p:cNvSpPr>
          <p:nvPr>
            <p:ph type="pic" sz="quarter" idx="12"/>
          </p:nvPr>
        </p:nvSpPr>
        <p:spPr>
          <a:xfrm>
            <a:off x="17641757" y="0"/>
            <a:ext cx="6743131" cy="678252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6" name="图片占位符 7"/>
          <p:cNvSpPr>
            <a:spLocks noGrp="1"/>
          </p:cNvSpPr>
          <p:nvPr>
            <p:ph type="pic" sz="quarter" idx="13"/>
          </p:nvPr>
        </p:nvSpPr>
        <p:spPr>
          <a:xfrm>
            <a:off x="10732953" y="6932761"/>
            <a:ext cx="6743131" cy="678252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7" name="图片占位符 7"/>
          <p:cNvSpPr>
            <a:spLocks noGrp="1"/>
          </p:cNvSpPr>
          <p:nvPr>
            <p:ph type="pic" sz="quarter" idx="14"/>
          </p:nvPr>
        </p:nvSpPr>
        <p:spPr>
          <a:xfrm>
            <a:off x="17641757" y="6932042"/>
            <a:ext cx="6743131" cy="678252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01735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sldNum" sz="quarter" idx="2"/>
          </p:nvPr>
        </p:nvSpPr>
        <p:spPr>
          <a:xfrm>
            <a:off x="23558986" y="12928607"/>
            <a:ext cx="392735" cy="41036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图片占位符 7"/>
          <p:cNvSpPr>
            <a:spLocks noGrp="1"/>
          </p:cNvSpPr>
          <p:nvPr>
            <p:ph type="pic" sz="quarter" idx="11"/>
          </p:nvPr>
        </p:nvSpPr>
        <p:spPr>
          <a:xfrm>
            <a:off x="19197332" y="-12700"/>
            <a:ext cx="5186669" cy="678252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5" name="图片占位符 7"/>
          <p:cNvSpPr>
            <a:spLocks noGrp="1"/>
          </p:cNvSpPr>
          <p:nvPr>
            <p:ph type="pic" sz="quarter" idx="12"/>
          </p:nvPr>
        </p:nvSpPr>
        <p:spPr>
          <a:xfrm>
            <a:off x="12275456" y="-12700"/>
            <a:ext cx="6744015" cy="678252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6" name="图片占位符 7"/>
          <p:cNvSpPr>
            <a:spLocks noGrp="1"/>
          </p:cNvSpPr>
          <p:nvPr>
            <p:ph type="pic" sz="quarter" idx="13"/>
          </p:nvPr>
        </p:nvSpPr>
        <p:spPr>
          <a:xfrm>
            <a:off x="6" y="-12700"/>
            <a:ext cx="6704975" cy="678252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7" name="图片占位符 7"/>
          <p:cNvSpPr>
            <a:spLocks noGrp="1"/>
          </p:cNvSpPr>
          <p:nvPr>
            <p:ph type="pic" sz="quarter" idx="14"/>
          </p:nvPr>
        </p:nvSpPr>
        <p:spPr>
          <a:xfrm>
            <a:off x="6881961" y="720"/>
            <a:ext cx="5215631" cy="13715281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331060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图片占位符 27"/>
          <p:cNvSpPr>
            <a:spLocks noGrp="1"/>
          </p:cNvSpPr>
          <p:nvPr>
            <p:ph type="pic" sz="quarter" idx="10"/>
          </p:nvPr>
        </p:nvSpPr>
        <p:spPr>
          <a:xfrm>
            <a:off x="3876682" y="9"/>
            <a:ext cx="16625223" cy="8590625"/>
          </a:xfrm>
          <a:custGeom>
            <a:avLst/>
            <a:gdLst>
              <a:gd name="connsiteX0" fmla="*/ 15750283 w 16625223"/>
              <a:gd name="connsiteY0" fmla="*/ 0 h 8590625"/>
              <a:gd name="connsiteX1" fmla="*/ 16625223 w 16625223"/>
              <a:gd name="connsiteY1" fmla="*/ 0 h 8590625"/>
              <a:gd name="connsiteX2" fmla="*/ 16625223 w 16625223"/>
              <a:gd name="connsiteY2" fmla="*/ 6087563 h 8590625"/>
              <a:gd name="connsiteX3" fmla="*/ 16187751 w 16625223"/>
              <a:gd name="connsiteY3" fmla="*/ 6525033 h 8590625"/>
              <a:gd name="connsiteX4" fmla="*/ 16187753 w 16625223"/>
              <a:gd name="connsiteY4" fmla="*/ 6525032 h 8590625"/>
              <a:gd name="connsiteX5" fmla="*/ 15750283 w 16625223"/>
              <a:gd name="connsiteY5" fmla="*/ 6087562 h 8590625"/>
              <a:gd name="connsiteX6" fmla="*/ 14625259 w 16625223"/>
              <a:gd name="connsiteY6" fmla="*/ 0 h 8590625"/>
              <a:gd name="connsiteX7" fmla="*/ 15500199 w 16625223"/>
              <a:gd name="connsiteY7" fmla="*/ 0 h 8590625"/>
              <a:gd name="connsiteX8" fmla="*/ 15500197 w 16625223"/>
              <a:gd name="connsiteY8" fmla="*/ 7527227 h 8590625"/>
              <a:gd name="connsiteX9" fmla="*/ 15062727 w 16625223"/>
              <a:gd name="connsiteY9" fmla="*/ 7964697 h 8590625"/>
              <a:gd name="connsiteX10" fmla="*/ 15062727 w 16625223"/>
              <a:gd name="connsiteY10" fmla="*/ 7964696 h 8590625"/>
              <a:gd name="connsiteX11" fmla="*/ 14625259 w 16625223"/>
              <a:gd name="connsiteY11" fmla="*/ 7527226 h 8590625"/>
              <a:gd name="connsiteX12" fmla="*/ 13500239 w 16625223"/>
              <a:gd name="connsiteY12" fmla="*/ 0 h 8590625"/>
              <a:gd name="connsiteX13" fmla="*/ 14375179 w 16625223"/>
              <a:gd name="connsiteY13" fmla="*/ 0 h 8590625"/>
              <a:gd name="connsiteX14" fmla="*/ 14375177 w 16625223"/>
              <a:gd name="connsiteY14" fmla="*/ 6015010 h 8590625"/>
              <a:gd name="connsiteX15" fmla="*/ 13937707 w 16625223"/>
              <a:gd name="connsiteY15" fmla="*/ 6452480 h 8590625"/>
              <a:gd name="connsiteX16" fmla="*/ 13937707 w 16625223"/>
              <a:gd name="connsiteY16" fmla="*/ 6452479 h 8590625"/>
              <a:gd name="connsiteX17" fmla="*/ 13500239 w 16625223"/>
              <a:gd name="connsiteY17" fmla="*/ 6015009 h 8590625"/>
              <a:gd name="connsiteX18" fmla="*/ 12375218 w 16625223"/>
              <a:gd name="connsiteY18" fmla="*/ 0 h 8590625"/>
              <a:gd name="connsiteX19" fmla="*/ 13250159 w 16625223"/>
              <a:gd name="connsiteY19" fmla="*/ 0 h 8590625"/>
              <a:gd name="connsiteX20" fmla="*/ 13250157 w 16625223"/>
              <a:gd name="connsiteY20" fmla="*/ 6564738 h 8590625"/>
              <a:gd name="connsiteX21" fmla="*/ 12812687 w 16625223"/>
              <a:gd name="connsiteY21" fmla="*/ 7002208 h 8590625"/>
              <a:gd name="connsiteX22" fmla="*/ 12812688 w 16625223"/>
              <a:gd name="connsiteY22" fmla="*/ 7002207 h 8590625"/>
              <a:gd name="connsiteX23" fmla="*/ 12375218 w 16625223"/>
              <a:gd name="connsiteY23" fmla="*/ 6564737 h 8590625"/>
              <a:gd name="connsiteX24" fmla="*/ 11250198 w 16625223"/>
              <a:gd name="connsiteY24" fmla="*/ 0 h 8590625"/>
              <a:gd name="connsiteX25" fmla="*/ 12125138 w 16625223"/>
              <a:gd name="connsiteY25" fmla="*/ 0 h 8590625"/>
              <a:gd name="connsiteX26" fmla="*/ 12125137 w 16625223"/>
              <a:gd name="connsiteY26" fmla="*/ 5235783 h 8590625"/>
              <a:gd name="connsiteX27" fmla="*/ 11687667 w 16625223"/>
              <a:gd name="connsiteY27" fmla="*/ 5673253 h 8590625"/>
              <a:gd name="connsiteX28" fmla="*/ 11687668 w 16625223"/>
              <a:gd name="connsiteY28" fmla="*/ 5673252 h 8590625"/>
              <a:gd name="connsiteX29" fmla="*/ 11250198 w 16625223"/>
              <a:gd name="connsiteY29" fmla="*/ 5235782 h 8590625"/>
              <a:gd name="connsiteX30" fmla="*/ 10125178 w 16625223"/>
              <a:gd name="connsiteY30" fmla="*/ 0 h 8590625"/>
              <a:gd name="connsiteX31" fmla="*/ 11000118 w 16625223"/>
              <a:gd name="connsiteY31" fmla="*/ 0 h 8590625"/>
              <a:gd name="connsiteX32" fmla="*/ 11000117 w 16625223"/>
              <a:gd name="connsiteY32" fmla="*/ 6454983 h 8590625"/>
              <a:gd name="connsiteX33" fmla="*/ 10562647 w 16625223"/>
              <a:gd name="connsiteY33" fmla="*/ 6892453 h 8590625"/>
              <a:gd name="connsiteX34" fmla="*/ 10562648 w 16625223"/>
              <a:gd name="connsiteY34" fmla="*/ 6892452 h 8590625"/>
              <a:gd name="connsiteX35" fmla="*/ 10125178 w 16625223"/>
              <a:gd name="connsiteY35" fmla="*/ 6454982 h 8590625"/>
              <a:gd name="connsiteX36" fmla="*/ 9000158 w 16625223"/>
              <a:gd name="connsiteY36" fmla="*/ 0 h 8590625"/>
              <a:gd name="connsiteX37" fmla="*/ 9875098 w 16625223"/>
              <a:gd name="connsiteY37" fmla="*/ 0 h 8590625"/>
              <a:gd name="connsiteX38" fmla="*/ 9875097 w 16625223"/>
              <a:gd name="connsiteY38" fmla="*/ 7494569 h 8590625"/>
              <a:gd name="connsiteX39" fmla="*/ 9437627 w 16625223"/>
              <a:gd name="connsiteY39" fmla="*/ 7932039 h 8590625"/>
              <a:gd name="connsiteX40" fmla="*/ 9437628 w 16625223"/>
              <a:gd name="connsiteY40" fmla="*/ 7932038 h 8590625"/>
              <a:gd name="connsiteX41" fmla="*/ 9000158 w 16625223"/>
              <a:gd name="connsiteY41" fmla="*/ 7494568 h 8590625"/>
              <a:gd name="connsiteX42" fmla="*/ 7875138 w 16625223"/>
              <a:gd name="connsiteY42" fmla="*/ 0 h 8590625"/>
              <a:gd name="connsiteX43" fmla="*/ 8750078 w 16625223"/>
              <a:gd name="connsiteY43" fmla="*/ 0 h 8590625"/>
              <a:gd name="connsiteX44" fmla="*/ 8750078 w 16625223"/>
              <a:gd name="connsiteY44" fmla="*/ 6591055 h 8590625"/>
              <a:gd name="connsiteX45" fmla="*/ 8312608 w 16625223"/>
              <a:gd name="connsiteY45" fmla="*/ 7028525 h 8590625"/>
              <a:gd name="connsiteX46" fmla="*/ 8312609 w 16625223"/>
              <a:gd name="connsiteY46" fmla="*/ 7028524 h 8590625"/>
              <a:gd name="connsiteX47" fmla="*/ 7875138 w 16625223"/>
              <a:gd name="connsiteY47" fmla="*/ 6591054 h 8590625"/>
              <a:gd name="connsiteX48" fmla="*/ 6750119 w 16625223"/>
              <a:gd name="connsiteY48" fmla="*/ 0 h 8590625"/>
              <a:gd name="connsiteX49" fmla="*/ 7625060 w 16625223"/>
              <a:gd name="connsiteY49" fmla="*/ 0 h 8590625"/>
              <a:gd name="connsiteX50" fmla="*/ 7625059 w 16625223"/>
              <a:gd name="connsiteY50" fmla="*/ 7870127 h 8590625"/>
              <a:gd name="connsiteX51" fmla="*/ 7187587 w 16625223"/>
              <a:gd name="connsiteY51" fmla="*/ 8307597 h 8590625"/>
              <a:gd name="connsiteX52" fmla="*/ 7187588 w 16625223"/>
              <a:gd name="connsiteY52" fmla="*/ 8307596 h 8590625"/>
              <a:gd name="connsiteX53" fmla="*/ 6750119 w 16625223"/>
              <a:gd name="connsiteY53" fmla="*/ 7870126 h 8590625"/>
              <a:gd name="connsiteX54" fmla="*/ 5625100 w 16625223"/>
              <a:gd name="connsiteY54" fmla="*/ 0 h 8590625"/>
              <a:gd name="connsiteX55" fmla="*/ 6500039 w 16625223"/>
              <a:gd name="connsiteY55" fmla="*/ 0 h 8590625"/>
              <a:gd name="connsiteX56" fmla="*/ 6500038 w 16625223"/>
              <a:gd name="connsiteY56" fmla="*/ 6754341 h 8590625"/>
              <a:gd name="connsiteX57" fmla="*/ 6062567 w 16625223"/>
              <a:gd name="connsiteY57" fmla="*/ 7191811 h 8590625"/>
              <a:gd name="connsiteX58" fmla="*/ 6062568 w 16625223"/>
              <a:gd name="connsiteY58" fmla="*/ 7191810 h 8590625"/>
              <a:gd name="connsiteX59" fmla="*/ 5625100 w 16625223"/>
              <a:gd name="connsiteY59" fmla="*/ 6754340 h 8590625"/>
              <a:gd name="connsiteX60" fmla="*/ 4504676 w 16625223"/>
              <a:gd name="connsiteY60" fmla="*/ 0 h 8590625"/>
              <a:gd name="connsiteX61" fmla="*/ 5370423 w 16625223"/>
              <a:gd name="connsiteY61" fmla="*/ 0 h 8590625"/>
              <a:gd name="connsiteX62" fmla="*/ 5375019 w 16625223"/>
              <a:gd name="connsiteY62" fmla="*/ 45585 h 8590625"/>
              <a:gd name="connsiteX63" fmla="*/ 5375018 w 16625223"/>
              <a:gd name="connsiteY63" fmla="*/ 8153155 h 8590625"/>
              <a:gd name="connsiteX64" fmla="*/ 4937548 w 16625223"/>
              <a:gd name="connsiteY64" fmla="*/ 8590625 h 8590625"/>
              <a:gd name="connsiteX65" fmla="*/ 4937548 w 16625223"/>
              <a:gd name="connsiteY65" fmla="*/ 8590624 h 8590625"/>
              <a:gd name="connsiteX66" fmla="*/ 4500081 w 16625223"/>
              <a:gd name="connsiteY66" fmla="*/ 8153154 h 8590625"/>
              <a:gd name="connsiteX67" fmla="*/ 4500081 w 16625223"/>
              <a:gd name="connsiteY67" fmla="*/ 45585 h 8590625"/>
              <a:gd name="connsiteX68" fmla="*/ 3375061 w 16625223"/>
              <a:gd name="connsiteY68" fmla="*/ 0 h 8590625"/>
              <a:gd name="connsiteX69" fmla="*/ 4249999 w 16625223"/>
              <a:gd name="connsiteY69" fmla="*/ 0 h 8590625"/>
              <a:gd name="connsiteX70" fmla="*/ 4249999 w 16625223"/>
              <a:gd name="connsiteY70" fmla="*/ 6591055 h 8590625"/>
              <a:gd name="connsiteX71" fmla="*/ 3812530 w 16625223"/>
              <a:gd name="connsiteY71" fmla="*/ 7028525 h 8590625"/>
              <a:gd name="connsiteX72" fmla="*/ 3812531 w 16625223"/>
              <a:gd name="connsiteY72" fmla="*/ 7028524 h 8590625"/>
              <a:gd name="connsiteX73" fmla="*/ 3375061 w 16625223"/>
              <a:gd name="connsiteY73" fmla="*/ 6591054 h 8590625"/>
              <a:gd name="connsiteX74" fmla="*/ 2250040 w 16625223"/>
              <a:gd name="connsiteY74" fmla="*/ 0 h 8590625"/>
              <a:gd name="connsiteX75" fmla="*/ 3124980 w 16625223"/>
              <a:gd name="connsiteY75" fmla="*/ 0 h 8590625"/>
              <a:gd name="connsiteX76" fmla="*/ 3124979 w 16625223"/>
              <a:gd name="connsiteY76" fmla="*/ 7124455 h 8590625"/>
              <a:gd name="connsiteX77" fmla="*/ 2687509 w 16625223"/>
              <a:gd name="connsiteY77" fmla="*/ 7561925 h 8590625"/>
              <a:gd name="connsiteX78" fmla="*/ 2687510 w 16625223"/>
              <a:gd name="connsiteY78" fmla="*/ 7561924 h 8590625"/>
              <a:gd name="connsiteX79" fmla="*/ 2250040 w 16625223"/>
              <a:gd name="connsiteY79" fmla="*/ 7124454 h 8590625"/>
              <a:gd name="connsiteX80" fmla="*/ 1125020 w 16625223"/>
              <a:gd name="connsiteY80" fmla="*/ 0 h 8590625"/>
              <a:gd name="connsiteX81" fmla="*/ 1999959 w 16625223"/>
              <a:gd name="connsiteY81" fmla="*/ 0 h 8590625"/>
              <a:gd name="connsiteX82" fmla="*/ 1999959 w 16625223"/>
              <a:gd name="connsiteY82" fmla="*/ 5856269 h 8590625"/>
              <a:gd name="connsiteX83" fmla="*/ 1562489 w 16625223"/>
              <a:gd name="connsiteY83" fmla="*/ 6293739 h 8590625"/>
              <a:gd name="connsiteX84" fmla="*/ 1562491 w 16625223"/>
              <a:gd name="connsiteY84" fmla="*/ 6293738 h 8590625"/>
              <a:gd name="connsiteX85" fmla="*/ 1125020 w 16625223"/>
              <a:gd name="connsiteY85" fmla="*/ 5856268 h 8590625"/>
              <a:gd name="connsiteX86" fmla="*/ 0 w 16625223"/>
              <a:gd name="connsiteY86" fmla="*/ 0 h 8590625"/>
              <a:gd name="connsiteX87" fmla="*/ 874940 w 16625223"/>
              <a:gd name="connsiteY87" fmla="*/ 0 h 8590625"/>
              <a:gd name="connsiteX88" fmla="*/ 874939 w 16625223"/>
              <a:gd name="connsiteY88" fmla="*/ 7124455 h 8590625"/>
              <a:gd name="connsiteX89" fmla="*/ 437469 w 16625223"/>
              <a:gd name="connsiteY89" fmla="*/ 7561925 h 8590625"/>
              <a:gd name="connsiteX90" fmla="*/ 437470 w 16625223"/>
              <a:gd name="connsiteY90" fmla="*/ 7561924 h 8590625"/>
              <a:gd name="connsiteX91" fmla="*/ 0 w 16625223"/>
              <a:gd name="connsiteY91" fmla="*/ 7124454 h 8590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16625223" h="8590625">
                <a:moveTo>
                  <a:pt x="15750283" y="0"/>
                </a:moveTo>
                <a:lnTo>
                  <a:pt x="16625223" y="0"/>
                </a:lnTo>
                <a:lnTo>
                  <a:pt x="16625223" y="6087563"/>
                </a:lnTo>
                <a:cubicBezTo>
                  <a:pt x="16625223" y="6329171"/>
                  <a:pt x="16429359" y="6525033"/>
                  <a:pt x="16187751" y="6525033"/>
                </a:cubicBezTo>
                <a:lnTo>
                  <a:pt x="16187753" y="6525032"/>
                </a:lnTo>
                <a:cubicBezTo>
                  <a:pt x="15946145" y="6525032"/>
                  <a:pt x="15750283" y="6329170"/>
                  <a:pt x="15750283" y="6087562"/>
                </a:cubicBezTo>
                <a:close/>
                <a:moveTo>
                  <a:pt x="14625259" y="0"/>
                </a:moveTo>
                <a:lnTo>
                  <a:pt x="15500199" y="0"/>
                </a:lnTo>
                <a:lnTo>
                  <a:pt x="15500197" y="7527227"/>
                </a:lnTo>
                <a:cubicBezTo>
                  <a:pt x="15500197" y="7768835"/>
                  <a:pt x="15304335" y="7964697"/>
                  <a:pt x="15062727" y="7964697"/>
                </a:cubicBezTo>
                <a:lnTo>
                  <a:pt x="15062727" y="7964696"/>
                </a:lnTo>
                <a:cubicBezTo>
                  <a:pt x="14821119" y="7964696"/>
                  <a:pt x="14625259" y="7768834"/>
                  <a:pt x="14625259" y="7527226"/>
                </a:cubicBezTo>
                <a:close/>
                <a:moveTo>
                  <a:pt x="13500239" y="0"/>
                </a:moveTo>
                <a:lnTo>
                  <a:pt x="14375179" y="0"/>
                </a:lnTo>
                <a:lnTo>
                  <a:pt x="14375177" y="6015010"/>
                </a:lnTo>
                <a:cubicBezTo>
                  <a:pt x="14375177" y="6256618"/>
                  <a:pt x="14179315" y="6452480"/>
                  <a:pt x="13937707" y="6452480"/>
                </a:cubicBezTo>
                <a:lnTo>
                  <a:pt x="13937707" y="6452479"/>
                </a:lnTo>
                <a:cubicBezTo>
                  <a:pt x="13696099" y="6452479"/>
                  <a:pt x="13500239" y="6256617"/>
                  <a:pt x="13500239" y="6015009"/>
                </a:cubicBezTo>
                <a:close/>
                <a:moveTo>
                  <a:pt x="12375218" y="0"/>
                </a:moveTo>
                <a:lnTo>
                  <a:pt x="13250159" y="0"/>
                </a:lnTo>
                <a:lnTo>
                  <a:pt x="13250157" y="6564738"/>
                </a:lnTo>
                <a:cubicBezTo>
                  <a:pt x="13250157" y="6806346"/>
                  <a:pt x="13054295" y="7002208"/>
                  <a:pt x="12812687" y="7002208"/>
                </a:cubicBezTo>
                <a:lnTo>
                  <a:pt x="12812688" y="7002207"/>
                </a:lnTo>
                <a:cubicBezTo>
                  <a:pt x="12571080" y="7002207"/>
                  <a:pt x="12375218" y="6806345"/>
                  <a:pt x="12375218" y="6564737"/>
                </a:cubicBezTo>
                <a:close/>
                <a:moveTo>
                  <a:pt x="11250198" y="0"/>
                </a:moveTo>
                <a:lnTo>
                  <a:pt x="12125138" y="0"/>
                </a:lnTo>
                <a:lnTo>
                  <a:pt x="12125137" y="5235783"/>
                </a:lnTo>
                <a:cubicBezTo>
                  <a:pt x="12125137" y="5477391"/>
                  <a:pt x="11929275" y="5673253"/>
                  <a:pt x="11687667" y="5673253"/>
                </a:cubicBezTo>
                <a:lnTo>
                  <a:pt x="11687668" y="5673252"/>
                </a:lnTo>
                <a:cubicBezTo>
                  <a:pt x="11446060" y="5673252"/>
                  <a:pt x="11250198" y="5477390"/>
                  <a:pt x="11250198" y="5235782"/>
                </a:cubicBezTo>
                <a:close/>
                <a:moveTo>
                  <a:pt x="10125178" y="0"/>
                </a:moveTo>
                <a:lnTo>
                  <a:pt x="11000118" y="0"/>
                </a:lnTo>
                <a:lnTo>
                  <a:pt x="11000117" y="6454983"/>
                </a:lnTo>
                <a:cubicBezTo>
                  <a:pt x="11000117" y="6696591"/>
                  <a:pt x="10804255" y="6892453"/>
                  <a:pt x="10562647" y="6892453"/>
                </a:cubicBezTo>
                <a:lnTo>
                  <a:pt x="10562648" y="6892452"/>
                </a:lnTo>
                <a:cubicBezTo>
                  <a:pt x="10321040" y="6892452"/>
                  <a:pt x="10125178" y="6696590"/>
                  <a:pt x="10125178" y="6454982"/>
                </a:cubicBezTo>
                <a:close/>
                <a:moveTo>
                  <a:pt x="9000158" y="0"/>
                </a:moveTo>
                <a:lnTo>
                  <a:pt x="9875098" y="0"/>
                </a:lnTo>
                <a:lnTo>
                  <a:pt x="9875097" y="7494569"/>
                </a:lnTo>
                <a:cubicBezTo>
                  <a:pt x="9875097" y="7736177"/>
                  <a:pt x="9679235" y="7932039"/>
                  <a:pt x="9437627" y="7932039"/>
                </a:cubicBezTo>
                <a:lnTo>
                  <a:pt x="9437628" y="7932038"/>
                </a:lnTo>
                <a:cubicBezTo>
                  <a:pt x="9196021" y="7932038"/>
                  <a:pt x="9000158" y="7736176"/>
                  <a:pt x="9000158" y="7494568"/>
                </a:cubicBezTo>
                <a:close/>
                <a:moveTo>
                  <a:pt x="7875138" y="0"/>
                </a:moveTo>
                <a:lnTo>
                  <a:pt x="8750078" y="0"/>
                </a:lnTo>
                <a:lnTo>
                  <a:pt x="8750078" y="6591055"/>
                </a:lnTo>
                <a:cubicBezTo>
                  <a:pt x="8750078" y="6832663"/>
                  <a:pt x="8554216" y="7028525"/>
                  <a:pt x="8312608" y="7028525"/>
                </a:cubicBezTo>
                <a:lnTo>
                  <a:pt x="8312609" y="7028524"/>
                </a:lnTo>
                <a:cubicBezTo>
                  <a:pt x="8071001" y="7028524"/>
                  <a:pt x="7875138" y="6832662"/>
                  <a:pt x="7875138" y="6591054"/>
                </a:cubicBezTo>
                <a:close/>
                <a:moveTo>
                  <a:pt x="6750119" y="0"/>
                </a:moveTo>
                <a:lnTo>
                  <a:pt x="7625060" y="0"/>
                </a:lnTo>
                <a:lnTo>
                  <a:pt x="7625059" y="7870127"/>
                </a:lnTo>
                <a:cubicBezTo>
                  <a:pt x="7625059" y="8111735"/>
                  <a:pt x="7429195" y="8307597"/>
                  <a:pt x="7187587" y="8307597"/>
                </a:cubicBezTo>
                <a:lnTo>
                  <a:pt x="7187588" y="8307596"/>
                </a:lnTo>
                <a:cubicBezTo>
                  <a:pt x="6945981" y="8307596"/>
                  <a:pt x="6750119" y="8111734"/>
                  <a:pt x="6750119" y="7870126"/>
                </a:cubicBezTo>
                <a:close/>
                <a:moveTo>
                  <a:pt x="5625100" y="0"/>
                </a:moveTo>
                <a:lnTo>
                  <a:pt x="6500039" y="0"/>
                </a:lnTo>
                <a:lnTo>
                  <a:pt x="6500038" y="6754341"/>
                </a:lnTo>
                <a:cubicBezTo>
                  <a:pt x="6500038" y="6995949"/>
                  <a:pt x="6304175" y="7191811"/>
                  <a:pt x="6062567" y="7191811"/>
                </a:cubicBezTo>
                <a:lnTo>
                  <a:pt x="6062568" y="7191810"/>
                </a:lnTo>
                <a:cubicBezTo>
                  <a:pt x="5820960" y="7191810"/>
                  <a:pt x="5625100" y="6995948"/>
                  <a:pt x="5625100" y="6754340"/>
                </a:cubicBezTo>
                <a:close/>
                <a:moveTo>
                  <a:pt x="4504676" y="0"/>
                </a:moveTo>
                <a:lnTo>
                  <a:pt x="5370423" y="0"/>
                </a:lnTo>
                <a:lnTo>
                  <a:pt x="5375019" y="45585"/>
                </a:lnTo>
                <a:cubicBezTo>
                  <a:pt x="5375019" y="2748108"/>
                  <a:pt x="5375018" y="5450631"/>
                  <a:pt x="5375018" y="8153155"/>
                </a:cubicBezTo>
                <a:cubicBezTo>
                  <a:pt x="5375018" y="8394763"/>
                  <a:pt x="5179155" y="8590625"/>
                  <a:pt x="4937548" y="8590625"/>
                </a:cubicBezTo>
                <a:lnTo>
                  <a:pt x="4937548" y="8590624"/>
                </a:lnTo>
                <a:cubicBezTo>
                  <a:pt x="4695941" y="8590624"/>
                  <a:pt x="4500081" y="8394762"/>
                  <a:pt x="4500081" y="8153154"/>
                </a:cubicBezTo>
                <a:lnTo>
                  <a:pt x="4500081" y="45585"/>
                </a:lnTo>
                <a:close/>
                <a:moveTo>
                  <a:pt x="3375061" y="0"/>
                </a:moveTo>
                <a:lnTo>
                  <a:pt x="4249999" y="0"/>
                </a:lnTo>
                <a:lnTo>
                  <a:pt x="4249999" y="6591055"/>
                </a:lnTo>
                <a:cubicBezTo>
                  <a:pt x="4249999" y="6832663"/>
                  <a:pt x="4054137" y="7028525"/>
                  <a:pt x="3812530" y="7028525"/>
                </a:cubicBezTo>
                <a:lnTo>
                  <a:pt x="3812531" y="7028524"/>
                </a:lnTo>
                <a:cubicBezTo>
                  <a:pt x="3570921" y="7028524"/>
                  <a:pt x="3375061" y="6832662"/>
                  <a:pt x="3375061" y="6591054"/>
                </a:cubicBezTo>
                <a:close/>
                <a:moveTo>
                  <a:pt x="2250040" y="0"/>
                </a:moveTo>
                <a:lnTo>
                  <a:pt x="3124980" y="0"/>
                </a:lnTo>
                <a:lnTo>
                  <a:pt x="3124979" y="7124455"/>
                </a:lnTo>
                <a:cubicBezTo>
                  <a:pt x="3124979" y="7366063"/>
                  <a:pt x="2929117" y="7561925"/>
                  <a:pt x="2687509" y="7561925"/>
                </a:cubicBezTo>
                <a:lnTo>
                  <a:pt x="2687510" y="7561924"/>
                </a:lnTo>
                <a:cubicBezTo>
                  <a:pt x="2445903" y="7561924"/>
                  <a:pt x="2250040" y="7366062"/>
                  <a:pt x="2250040" y="7124454"/>
                </a:cubicBezTo>
                <a:close/>
                <a:moveTo>
                  <a:pt x="1125020" y="0"/>
                </a:moveTo>
                <a:lnTo>
                  <a:pt x="1999959" y="0"/>
                </a:lnTo>
                <a:lnTo>
                  <a:pt x="1999959" y="5856269"/>
                </a:lnTo>
                <a:cubicBezTo>
                  <a:pt x="1999959" y="6097877"/>
                  <a:pt x="1804098" y="6293739"/>
                  <a:pt x="1562489" y="6293739"/>
                </a:cubicBezTo>
                <a:lnTo>
                  <a:pt x="1562491" y="6293738"/>
                </a:lnTo>
                <a:cubicBezTo>
                  <a:pt x="1320882" y="6293738"/>
                  <a:pt x="1125020" y="6097876"/>
                  <a:pt x="1125020" y="5856268"/>
                </a:cubicBezTo>
                <a:close/>
                <a:moveTo>
                  <a:pt x="0" y="0"/>
                </a:moveTo>
                <a:lnTo>
                  <a:pt x="874940" y="0"/>
                </a:lnTo>
                <a:lnTo>
                  <a:pt x="874939" y="7124455"/>
                </a:lnTo>
                <a:cubicBezTo>
                  <a:pt x="874939" y="7366063"/>
                  <a:pt x="679077" y="7561925"/>
                  <a:pt x="437469" y="7561925"/>
                </a:cubicBezTo>
                <a:lnTo>
                  <a:pt x="437470" y="7561924"/>
                </a:lnTo>
                <a:cubicBezTo>
                  <a:pt x="195862" y="7561924"/>
                  <a:pt x="0" y="7366062"/>
                  <a:pt x="0" y="712445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8" name="Shape 18"/>
          <p:cNvSpPr>
            <a:spLocks noGrp="1"/>
          </p:cNvSpPr>
          <p:nvPr>
            <p:ph type="sldNum" sz="quarter" idx="2"/>
          </p:nvPr>
        </p:nvSpPr>
        <p:spPr>
          <a:xfrm>
            <a:off x="23558986" y="12928607"/>
            <a:ext cx="392735" cy="41036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106203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Shape 26"/>
          <p:cNvSpPr/>
          <p:nvPr/>
        </p:nvSpPr>
        <p:spPr>
          <a:xfrm flipV="1">
            <a:off x="1733549" y="2416173"/>
            <a:ext cx="3" cy="11300608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7" name="Shape 27"/>
          <p:cNvSpPr/>
          <p:nvPr/>
        </p:nvSpPr>
        <p:spPr>
          <a:xfrm flipV="1">
            <a:off x="1733551" y="-780"/>
            <a:ext cx="0" cy="952501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1640843" y="801957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1640843" y="2275162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9742328" y="2010609"/>
            <a:ext cx="4877113" cy="5657454"/>
          </a:xfrm>
          <a:custGeom>
            <a:avLst/>
            <a:gdLst>
              <a:gd name="connsiteX0" fmla="*/ 3061890 w 6123780"/>
              <a:gd name="connsiteY0" fmla="*/ 0 h 7103588"/>
              <a:gd name="connsiteX1" fmla="*/ 6123780 w 6123780"/>
              <a:gd name="connsiteY1" fmla="*/ 1756056 h 7103588"/>
              <a:gd name="connsiteX2" fmla="*/ 6123780 w 6123780"/>
              <a:gd name="connsiteY2" fmla="*/ 5347532 h 7103588"/>
              <a:gd name="connsiteX3" fmla="*/ 3061890 w 6123780"/>
              <a:gd name="connsiteY3" fmla="*/ 7103588 h 7103588"/>
              <a:gd name="connsiteX4" fmla="*/ 0 w 6123780"/>
              <a:gd name="connsiteY4" fmla="*/ 5347532 h 7103588"/>
              <a:gd name="connsiteX5" fmla="*/ 0 w 6123780"/>
              <a:gd name="connsiteY5" fmla="*/ 1756056 h 7103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23780" h="7103588">
                <a:moveTo>
                  <a:pt x="3061890" y="0"/>
                </a:moveTo>
                <a:lnTo>
                  <a:pt x="6123780" y="1756056"/>
                </a:lnTo>
                <a:lnTo>
                  <a:pt x="6123780" y="5347532"/>
                </a:lnTo>
                <a:lnTo>
                  <a:pt x="3061890" y="7103588"/>
                </a:lnTo>
                <a:lnTo>
                  <a:pt x="0" y="5347532"/>
                </a:lnTo>
                <a:lnTo>
                  <a:pt x="0" y="175605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30017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Shape 26"/>
          <p:cNvSpPr/>
          <p:nvPr/>
        </p:nvSpPr>
        <p:spPr>
          <a:xfrm flipV="1">
            <a:off x="1733549" y="2416173"/>
            <a:ext cx="3" cy="11300608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7" name="Shape 27"/>
          <p:cNvSpPr/>
          <p:nvPr/>
        </p:nvSpPr>
        <p:spPr>
          <a:xfrm flipV="1">
            <a:off x="1733551" y="-780"/>
            <a:ext cx="0" cy="952501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1640843" y="801957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1640843" y="2275162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  <p:sp>
        <p:nvSpPr>
          <p:cNvPr id="14" name="图片占位符 8"/>
          <p:cNvSpPr>
            <a:spLocks noGrp="1"/>
          </p:cNvSpPr>
          <p:nvPr>
            <p:ph type="pic" sz="quarter" idx="10"/>
          </p:nvPr>
        </p:nvSpPr>
        <p:spPr>
          <a:xfrm>
            <a:off x="3881662" y="2709116"/>
            <a:ext cx="4176767" cy="4845051"/>
          </a:xfrm>
          <a:custGeom>
            <a:avLst/>
            <a:gdLst>
              <a:gd name="connsiteX0" fmla="*/ 3061890 w 6123780"/>
              <a:gd name="connsiteY0" fmla="*/ 0 h 7103588"/>
              <a:gd name="connsiteX1" fmla="*/ 6123780 w 6123780"/>
              <a:gd name="connsiteY1" fmla="*/ 1756056 h 7103588"/>
              <a:gd name="connsiteX2" fmla="*/ 6123780 w 6123780"/>
              <a:gd name="connsiteY2" fmla="*/ 5347532 h 7103588"/>
              <a:gd name="connsiteX3" fmla="*/ 3061890 w 6123780"/>
              <a:gd name="connsiteY3" fmla="*/ 7103588 h 7103588"/>
              <a:gd name="connsiteX4" fmla="*/ 0 w 6123780"/>
              <a:gd name="connsiteY4" fmla="*/ 5347532 h 7103588"/>
              <a:gd name="connsiteX5" fmla="*/ 0 w 6123780"/>
              <a:gd name="connsiteY5" fmla="*/ 1756056 h 7103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23780" h="7103588">
                <a:moveTo>
                  <a:pt x="3061890" y="0"/>
                </a:moveTo>
                <a:lnTo>
                  <a:pt x="6123780" y="1756056"/>
                </a:lnTo>
                <a:lnTo>
                  <a:pt x="6123780" y="5347532"/>
                </a:lnTo>
                <a:lnTo>
                  <a:pt x="3061890" y="7103588"/>
                </a:lnTo>
                <a:lnTo>
                  <a:pt x="0" y="5347532"/>
                </a:lnTo>
                <a:lnTo>
                  <a:pt x="0" y="175605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5" name="图片占位符 8"/>
          <p:cNvSpPr>
            <a:spLocks noGrp="1"/>
          </p:cNvSpPr>
          <p:nvPr>
            <p:ph type="pic" sz="quarter" idx="11"/>
          </p:nvPr>
        </p:nvSpPr>
        <p:spPr>
          <a:xfrm>
            <a:off x="10459918" y="2709116"/>
            <a:ext cx="4176767" cy="4845051"/>
          </a:xfrm>
          <a:custGeom>
            <a:avLst/>
            <a:gdLst>
              <a:gd name="connsiteX0" fmla="*/ 3061890 w 6123780"/>
              <a:gd name="connsiteY0" fmla="*/ 0 h 7103588"/>
              <a:gd name="connsiteX1" fmla="*/ 6123780 w 6123780"/>
              <a:gd name="connsiteY1" fmla="*/ 1756056 h 7103588"/>
              <a:gd name="connsiteX2" fmla="*/ 6123780 w 6123780"/>
              <a:gd name="connsiteY2" fmla="*/ 5347532 h 7103588"/>
              <a:gd name="connsiteX3" fmla="*/ 3061890 w 6123780"/>
              <a:gd name="connsiteY3" fmla="*/ 7103588 h 7103588"/>
              <a:gd name="connsiteX4" fmla="*/ 0 w 6123780"/>
              <a:gd name="connsiteY4" fmla="*/ 5347532 h 7103588"/>
              <a:gd name="connsiteX5" fmla="*/ 0 w 6123780"/>
              <a:gd name="connsiteY5" fmla="*/ 1756056 h 7103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23780" h="7103588">
                <a:moveTo>
                  <a:pt x="3061890" y="0"/>
                </a:moveTo>
                <a:lnTo>
                  <a:pt x="6123780" y="1756056"/>
                </a:lnTo>
                <a:lnTo>
                  <a:pt x="6123780" y="5347532"/>
                </a:lnTo>
                <a:lnTo>
                  <a:pt x="3061890" y="7103588"/>
                </a:lnTo>
                <a:lnTo>
                  <a:pt x="0" y="5347532"/>
                </a:lnTo>
                <a:lnTo>
                  <a:pt x="0" y="175605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6" name="图片占位符 8"/>
          <p:cNvSpPr>
            <a:spLocks noGrp="1"/>
          </p:cNvSpPr>
          <p:nvPr>
            <p:ph type="pic" sz="quarter" idx="12"/>
          </p:nvPr>
        </p:nvSpPr>
        <p:spPr>
          <a:xfrm>
            <a:off x="17076962" y="2709115"/>
            <a:ext cx="4176767" cy="4845051"/>
          </a:xfrm>
          <a:custGeom>
            <a:avLst/>
            <a:gdLst>
              <a:gd name="connsiteX0" fmla="*/ 3061890 w 6123780"/>
              <a:gd name="connsiteY0" fmla="*/ 0 h 7103588"/>
              <a:gd name="connsiteX1" fmla="*/ 6123780 w 6123780"/>
              <a:gd name="connsiteY1" fmla="*/ 1756056 h 7103588"/>
              <a:gd name="connsiteX2" fmla="*/ 6123780 w 6123780"/>
              <a:gd name="connsiteY2" fmla="*/ 5347532 h 7103588"/>
              <a:gd name="connsiteX3" fmla="*/ 3061890 w 6123780"/>
              <a:gd name="connsiteY3" fmla="*/ 7103588 h 7103588"/>
              <a:gd name="connsiteX4" fmla="*/ 0 w 6123780"/>
              <a:gd name="connsiteY4" fmla="*/ 5347532 h 7103588"/>
              <a:gd name="connsiteX5" fmla="*/ 0 w 6123780"/>
              <a:gd name="connsiteY5" fmla="*/ 1756056 h 7103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23780" h="7103588">
                <a:moveTo>
                  <a:pt x="3061890" y="0"/>
                </a:moveTo>
                <a:lnTo>
                  <a:pt x="6123780" y="1756056"/>
                </a:lnTo>
                <a:lnTo>
                  <a:pt x="6123780" y="5347532"/>
                </a:lnTo>
                <a:lnTo>
                  <a:pt x="3061890" y="7103588"/>
                </a:lnTo>
                <a:lnTo>
                  <a:pt x="0" y="5347532"/>
                </a:lnTo>
                <a:lnTo>
                  <a:pt x="0" y="175605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847206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Shape 26"/>
          <p:cNvSpPr/>
          <p:nvPr/>
        </p:nvSpPr>
        <p:spPr>
          <a:xfrm flipV="1">
            <a:off x="1733549" y="2416173"/>
            <a:ext cx="3" cy="11300608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7" name="Shape 27"/>
          <p:cNvSpPr/>
          <p:nvPr/>
        </p:nvSpPr>
        <p:spPr>
          <a:xfrm flipV="1">
            <a:off x="1733551" y="-780"/>
            <a:ext cx="0" cy="952501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1640843" y="801957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1640843" y="2275162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  <p:sp>
        <p:nvSpPr>
          <p:cNvPr id="24" name="图片占位符 7"/>
          <p:cNvSpPr>
            <a:spLocks noGrp="1"/>
          </p:cNvSpPr>
          <p:nvPr>
            <p:ph type="pic" sz="quarter" idx="11"/>
          </p:nvPr>
        </p:nvSpPr>
        <p:spPr>
          <a:xfrm>
            <a:off x="3604425" y="2972600"/>
            <a:ext cx="3301200" cy="33012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0" name="图片占位符 7"/>
          <p:cNvSpPr>
            <a:spLocks noGrp="1"/>
          </p:cNvSpPr>
          <p:nvPr>
            <p:ph type="pic" sz="quarter" idx="12"/>
          </p:nvPr>
        </p:nvSpPr>
        <p:spPr>
          <a:xfrm>
            <a:off x="8763801" y="2972600"/>
            <a:ext cx="3301200" cy="33012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1" name="图片占位符 7"/>
          <p:cNvSpPr>
            <a:spLocks noGrp="1"/>
          </p:cNvSpPr>
          <p:nvPr>
            <p:ph type="pic" sz="quarter" idx="13"/>
          </p:nvPr>
        </p:nvSpPr>
        <p:spPr>
          <a:xfrm>
            <a:off x="13923177" y="2972600"/>
            <a:ext cx="3301200" cy="33012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2" name="图片占位符 7"/>
          <p:cNvSpPr>
            <a:spLocks noGrp="1"/>
          </p:cNvSpPr>
          <p:nvPr>
            <p:ph type="pic" sz="quarter" idx="14"/>
          </p:nvPr>
        </p:nvSpPr>
        <p:spPr>
          <a:xfrm>
            <a:off x="19082552" y="2972600"/>
            <a:ext cx="3301200" cy="33012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3" name="图片占位符 7"/>
          <p:cNvSpPr>
            <a:spLocks noGrp="1"/>
          </p:cNvSpPr>
          <p:nvPr>
            <p:ph type="pic" sz="quarter" idx="15"/>
          </p:nvPr>
        </p:nvSpPr>
        <p:spPr>
          <a:xfrm>
            <a:off x="3613949" y="8319300"/>
            <a:ext cx="3301200" cy="33012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4" name="图片占位符 7"/>
          <p:cNvSpPr>
            <a:spLocks noGrp="1"/>
          </p:cNvSpPr>
          <p:nvPr>
            <p:ph type="pic" sz="quarter" idx="16"/>
          </p:nvPr>
        </p:nvSpPr>
        <p:spPr>
          <a:xfrm>
            <a:off x="8773325" y="8319300"/>
            <a:ext cx="3301200" cy="33012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5" name="图片占位符 7"/>
          <p:cNvSpPr>
            <a:spLocks noGrp="1"/>
          </p:cNvSpPr>
          <p:nvPr>
            <p:ph type="pic" sz="quarter" idx="17"/>
          </p:nvPr>
        </p:nvSpPr>
        <p:spPr>
          <a:xfrm>
            <a:off x="13932701" y="8319300"/>
            <a:ext cx="3301200" cy="33012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6" name="图片占位符 7"/>
          <p:cNvSpPr>
            <a:spLocks noGrp="1"/>
          </p:cNvSpPr>
          <p:nvPr>
            <p:ph type="pic" sz="quarter" idx="18"/>
          </p:nvPr>
        </p:nvSpPr>
        <p:spPr>
          <a:xfrm>
            <a:off x="19092076" y="8319300"/>
            <a:ext cx="3301200" cy="33012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379219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Shape 26"/>
          <p:cNvSpPr/>
          <p:nvPr/>
        </p:nvSpPr>
        <p:spPr>
          <a:xfrm flipV="1">
            <a:off x="1733549" y="2416173"/>
            <a:ext cx="3" cy="11300608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7" name="Shape 27"/>
          <p:cNvSpPr/>
          <p:nvPr/>
        </p:nvSpPr>
        <p:spPr>
          <a:xfrm flipV="1">
            <a:off x="1733551" y="-780"/>
            <a:ext cx="0" cy="952501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1640843" y="801957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1640843" y="2275162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  <p:sp>
        <p:nvSpPr>
          <p:cNvPr id="16" name="图片占位符 8"/>
          <p:cNvSpPr>
            <a:spLocks noGrp="1"/>
          </p:cNvSpPr>
          <p:nvPr>
            <p:ph type="pic" sz="quarter" idx="10"/>
          </p:nvPr>
        </p:nvSpPr>
        <p:spPr>
          <a:xfrm>
            <a:off x="2671024" y="3122610"/>
            <a:ext cx="3448893" cy="4000718"/>
          </a:xfrm>
          <a:custGeom>
            <a:avLst/>
            <a:gdLst>
              <a:gd name="connsiteX0" fmla="*/ 3061890 w 6123780"/>
              <a:gd name="connsiteY0" fmla="*/ 0 h 7103588"/>
              <a:gd name="connsiteX1" fmla="*/ 6123780 w 6123780"/>
              <a:gd name="connsiteY1" fmla="*/ 1756056 h 7103588"/>
              <a:gd name="connsiteX2" fmla="*/ 6123780 w 6123780"/>
              <a:gd name="connsiteY2" fmla="*/ 5347532 h 7103588"/>
              <a:gd name="connsiteX3" fmla="*/ 3061890 w 6123780"/>
              <a:gd name="connsiteY3" fmla="*/ 7103588 h 7103588"/>
              <a:gd name="connsiteX4" fmla="*/ 0 w 6123780"/>
              <a:gd name="connsiteY4" fmla="*/ 5347532 h 7103588"/>
              <a:gd name="connsiteX5" fmla="*/ 0 w 6123780"/>
              <a:gd name="connsiteY5" fmla="*/ 1756056 h 7103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23780" h="7103588">
                <a:moveTo>
                  <a:pt x="3061890" y="0"/>
                </a:moveTo>
                <a:lnTo>
                  <a:pt x="6123780" y="1756056"/>
                </a:lnTo>
                <a:lnTo>
                  <a:pt x="6123780" y="5347532"/>
                </a:lnTo>
                <a:lnTo>
                  <a:pt x="3061890" y="7103588"/>
                </a:lnTo>
                <a:lnTo>
                  <a:pt x="0" y="5347532"/>
                </a:lnTo>
                <a:lnTo>
                  <a:pt x="0" y="175605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7" name="图片占位符 8"/>
          <p:cNvSpPr>
            <a:spLocks noGrp="1"/>
          </p:cNvSpPr>
          <p:nvPr>
            <p:ph type="pic" sz="quarter" idx="11"/>
          </p:nvPr>
        </p:nvSpPr>
        <p:spPr>
          <a:xfrm>
            <a:off x="8033132" y="3122610"/>
            <a:ext cx="3448893" cy="4000718"/>
          </a:xfrm>
          <a:custGeom>
            <a:avLst/>
            <a:gdLst>
              <a:gd name="connsiteX0" fmla="*/ 3061890 w 6123780"/>
              <a:gd name="connsiteY0" fmla="*/ 0 h 7103588"/>
              <a:gd name="connsiteX1" fmla="*/ 6123780 w 6123780"/>
              <a:gd name="connsiteY1" fmla="*/ 1756056 h 7103588"/>
              <a:gd name="connsiteX2" fmla="*/ 6123780 w 6123780"/>
              <a:gd name="connsiteY2" fmla="*/ 5347532 h 7103588"/>
              <a:gd name="connsiteX3" fmla="*/ 3061890 w 6123780"/>
              <a:gd name="connsiteY3" fmla="*/ 7103588 h 7103588"/>
              <a:gd name="connsiteX4" fmla="*/ 0 w 6123780"/>
              <a:gd name="connsiteY4" fmla="*/ 5347532 h 7103588"/>
              <a:gd name="connsiteX5" fmla="*/ 0 w 6123780"/>
              <a:gd name="connsiteY5" fmla="*/ 1756056 h 7103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23780" h="7103588">
                <a:moveTo>
                  <a:pt x="3061890" y="0"/>
                </a:moveTo>
                <a:lnTo>
                  <a:pt x="6123780" y="1756056"/>
                </a:lnTo>
                <a:lnTo>
                  <a:pt x="6123780" y="5347532"/>
                </a:lnTo>
                <a:lnTo>
                  <a:pt x="3061890" y="7103588"/>
                </a:lnTo>
                <a:lnTo>
                  <a:pt x="0" y="5347532"/>
                </a:lnTo>
                <a:lnTo>
                  <a:pt x="0" y="175605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8" name="图片占位符 8"/>
          <p:cNvSpPr>
            <a:spLocks noGrp="1"/>
          </p:cNvSpPr>
          <p:nvPr>
            <p:ph type="pic" sz="quarter" idx="12"/>
          </p:nvPr>
        </p:nvSpPr>
        <p:spPr>
          <a:xfrm>
            <a:off x="13395236" y="3122610"/>
            <a:ext cx="3448893" cy="4000718"/>
          </a:xfrm>
          <a:custGeom>
            <a:avLst/>
            <a:gdLst>
              <a:gd name="connsiteX0" fmla="*/ 3061890 w 6123780"/>
              <a:gd name="connsiteY0" fmla="*/ 0 h 7103588"/>
              <a:gd name="connsiteX1" fmla="*/ 6123780 w 6123780"/>
              <a:gd name="connsiteY1" fmla="*/ 1756056 h 7103588"/>
              <a:gd name="connsiteX2" fmla="*/ 6123780 w 6123780"/>
              <a:gd name="connsiteY2" fmla="*/ 5347532 h 7103588"/>
              <a:gd name="connsiteX3" fmla="*/ 3061890 w 6123780"/>
              <a:gd name="connsiteY3" fmla="*/ 7103588 h 7103588"/>
              <a:gd name="connsiteX4" fmla="*/ 0 w 6123780"/>
              <a:gd name="connsiteY4" fmla="*/ 5347532 h 7103588"/>
              <a:gd name="connsiteX5" fmla="*/ 0 w 6123780"/>
              <a:gd name="connsiteY5" fmla="*/ 1756056 h 7103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23780" h="7103588">
                <a:moveTo>
                  <a:pt x="3061890" y="0"/>
                </a:moveTo>
                <a:lnTo>
                  <a:pt x="6123780" y="1756056"/>
                </a:lnTo>
                <a:lnTo>
                  <a:pt x="6123780" y="5347532"/>
                </a:lnTo>
                <a:lnTo>
                  <a:pt x="3061890" y="7103588"/>
                </a:lnTo>
                <a:lnTo>
                  <a:pt x="0" y="5347532"/>
                </a:lnTo>
                <a:lnTo>
                  <a:pt x="0" y="175605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9" name="图片占位符 8"/>
          <p:cNvSpPr>
            <a:spLocks noGrp="1"/>
          </p:cNvSpPr>
          <p:nvPr>
            <p:ph type="pic" sz="quarter" idx="13"/>
          </p:nvPr>
        </p:nvSpPr>
        <p:spPr>
          <a:xfrm>
            <a:off x="18757344" y="3122610"/>
            <a:ext cx="3448893" cy="4000718"/>
          </a:xfrm>
          <a:custGeom>
            <a:avLst/>
            <a:gdLst>
              <a:gd name="connsiteX0" fmla="*/ 3061890 w 6123780"/>
              <a:gd name="connsiteY0" fmla="*/ 0 h 7103588"/>
              <a:gd name="connsiteX1" fmla="*/ 6123780 w 6123780"/>
              <a:gd name="connsiteY1" fmla="*/ 1756056 h 7103588"/>
              <a:gd name="connsiteX2" fmla="*/ 6123780 w 6123780"/>
              <a:gd name="connsiteY2" fmla="*/ 5347532 h 7103588"/>
              <a:gd name="connsiteX3" fmla="*/ 3061890 w 6123780"/>
              <a:gd name="connsiteY3" fmla="*/ 7103588 h 7103588"/>
              <a:gd name="connsiteX4" fmla="*/ 0 w 6123780"/>
              <a:gd name="connsiteY4" fmla="*/ 5347532 h 7103588"/>
              <a:gd name="connsiteX5" fmla="*/ 0 w 6123780"/>
              <a:gd name="connsiteY5" fmla="*/ 1756056 h 7103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23780" h="7103588">
                <a:moveTo>
                  <a:pt x="3061890" y="0"/>
                </a:moveTo>
                <a:lnTo>
                  <a:pt x="6123780" y="1756056"/>
                </a:lnTo>
                <a:lnTo>
                  <a:pt x="6123780" y="5347532"/>
                </a:lnTo>
                <a:lnTo>
                  <a:pt x="3061890" y="7103588"/>
                </a:lnTo>
                <a:lnTo>
                  <a:pt x="0" y="5347532"/>
                </a:lnTo>
                <a:lnTo>
                  <a:pt x="0" y="175605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6970285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Shape 26"/>
          <p:cNvSpPr/>
          <p:nvPr/>
        </p:nvSpPr>
        <p:spPr>
          <a:xfrm flipV="1">
            <a:off x="1733549" y="2416173"/>
            <a:ext cx="3" cy="11300608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7" name="Shape 27"/>
          <p:cNvSpPr/>
          <p:nvPr/>
        </p:nvSpPr>
        <p:spPr>
          <a:xfrm flipV="1">
            <a:off x="1733551" y="-780"/>
            <a:ext cx="0" cy="952501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1640843" y="801957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1640843" y="2275162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  <p:sp>
        <p:nvSpPr>
          <p:cNvPr id="9" name="图片占位符 7"/>
          <p:cNvSpPr>
            <a:spLocks noGrp="1"/>
          </p:cNvSpPr>
          <p:nvPr>
            <p:ph type="pic" sz="quarter" idx="10"/>
          </p:nvPr>
        </p:nvSpPr>
        <p:spPr>
          <a:xfrm>
            <a:off x="2908300" y="3333009"/>
            <a:ext cx="7096621" cy="8123553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574899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Shape 26"/>
          <p:cNvSpPr/>
          <p:nvPr/>
        </p:nvSpPr>
        <p:spPr>
          <a:xfrm flipV="1">
            <a:off x="1733549" y="2416173"/>
            <a:ext cx="3" cy="11300608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7" name="Shape 27"/>
          <p:cNvSpPr/>
          <p:nvPr/>
        </p:nvSpPr>
        <p:spPr>
          <a:xfrm flipV="1">
            <a:off x="1733551" y="-780"/>
            <a:ext cx="0" cy="952501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1640843" y="801957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1640843" y="2275162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  <p:sp>
        <p:nvSpPr>
          <p:cNvPr id="12" name="图片占位符 7"/>
          <p:cNvSpPr>
            <a:spLocks noGrp="1"/>
          </p:cNvSpPr>
          <p:nvPr>
            <p:ph type="pic" sz="quarter" idx="10"/>
          </p:nvPr>
        </p:nvSpPr>
        <p:spPr>
          <a:xfrm>
            <a:off x="2908300" y="3313964"/>
            <a:ext cx="7113600" cy="4018081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3" name="图片占位符 7"/>
          <p:cNvSpPr>
            <a:spLocks noGrp="1"/>
          </p:cNvSpPr>
          <p:nvPr>
            <p:ph type="pic" sz="quarter" idx="11"/>
          </p:nvPr>
        </p:nvSpPr>
        <p:spPr>
          <a:xfrm>
            <a:off x="2906700" y="7429508"/>
            <a:ext cx="7113600" cy="4018081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31614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Shape 26"/>
          <p:cNvSpPr/>
          <p:nvPr/>
        </p:nvSpPr>
        <p:spPr>
          <a:xfrm flipV="1">
            <a:off x="1733549" y="2416173"/>
            <a:ext cx="3" cy="11300608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7" name="Shape 27"/>
          <p:cNvSpPr/>
          <p:nvPr/>
        </p:nvSpPr>
        <p:spPr>
          <a:xfrm flipV="1">
            <a:off x="1733551" y="-780"/>
            <a:ext cx="0" cy="952501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1640843" y="801957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1640843" y="2275162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  <p:sp>
        <p:nvSpPr>
          <p:cNvPr id="9" name="图片占位符 7"/>
          <p:cNvSpPr>
            <a:spLocks noGrp="1"/>
          </p:cNvSpPr>
          <p:nvPr>
            <p:ph type="pic" sz="quarter" idx="10"/>
          </p:nvPr>
        </p:nvSpPr>
        <p:spPr>
          <a:xfrm>
            <a:off x="17094203" y="3315147"/>
            <a:ext cx="6093124" cy="8102668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252200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3300065" y="3131740"/>
            <a:ext cx="8782328" cy="8778906"/>
          </a:xfrm>
          <a:custGeom>
            <a:avLst/>
            <a:gdLst>
              <a:gd name="connsiteX0" fmla="*/ 4367836 w 8729121"/>
              <a:gd name="connsiteY0" fmla="*/ 0 h 8778906"/>
              <a:gd name="connsiteX1" fmla="*/ 8729121 w 8729121"/>
              <a:gd name="connsiteY1" fmla="*/ 8732013 h 8778906"/>
              <a:gd name="connsiteX2" fmla="*/ 4361520 w 8729121"/>
              <a:gd name="connsiteY2" fmla="*/ 6876650 h 8778906"/>
              <a:gd name="connsiteX3" fmla="*/ 0 w 8729121"/>
              <a:gd name="connsiteY3" fmla="*/ 8778906 h 8778906"/>
              <a:gd name="connsiteX0" fmla="*/ 4367836 w 8756691"/>
              <a:gd name="connsiteY0" fmla="*/ 0 h 8778906"/>
              <a:gd name="connsiteX1" fmla="*/ 8756691 w 8756691"/>
              <a:gd name="connsiteY1" fmla="*/ 8773368 h 8778906"/>
              <a:gd name="connsiteX2" fmla="*/ 4361520 w 8756691"/>
              <a:gd name="connsiteY2" fmla="*/ 6876650 h 8778906"/>
              <a:gd name="connsiteX3" fmla="*/ 0 w 8756691"/>
              <a:gd name="connsiteY3" fmla="*/ 8778906 h 8778906"/>
              <a:gd name="connsiteX4" fmla="*/ 4367836 w 8756691"/>
              <a:gd name="connsiteY4" fmla="*/ 0 h 8778906"/>
              <a:gd name="connsiteX0" fmla="*/ 4393473 w 8782328"/>
              <a:gd name="connsiteY0" fmla="*/ 0 h 8778906"/>
              <a:gd name="connsiteX1" fmla="*/ 8782328 w 8782328"/>
              <a:gd name="connsiteY1" fmla="*/ 8773368 h 8778906"/>
              <a:gd name="connsiteX2" fmla="*/ 4387157 w 8782328"/>
              <a:gd name="connsiteY2" fmla="*/ 6876650 h 8778906"/>
              <a:gd name="connsiteX3" fmla="*/ 0 w 8782328"/>
              <a:gd name="connsiteY3" fmla="*/ 8778906 h 8778906"/>
              <a:gd name="connsiteX4" fmla="*/ 4393473 w 8782328"/>
              <a:gd name="connsiteY4" fmla="*/ 0 h 8778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82328" h="8778906">
                <a:moveTo>
                  <a:pt x="4393473" y="0"/>
                </a:moveTo>
                <a:lnTo>
                  <a:pt x="8782328" y="8773368"/>
                </a:lnTo>
                <a:lnTo>
                  <a:pt x="4387157" y="6876650"/>
                </a:lnTo>
                <a:lnTo>
                  <a:pt x="0" y="8778906"/>
                </a:lnTo>
                <a:lnTo>
                  <a:pt x="4393473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Shape 26"/>
          <p:cNvSpPr/>
          <p:nvPr/>
        </p:nvSpPr>
        <p:spPr>
          <a:xfrm flipV="1">
            <a:off x="1733549" y="2416173"/>
            <a:ext cx="3" cy="11300608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7" name="Shape 27"/>
          <p:cNvSpPr/>
          <p:nvPr/>
        </p:nvSpPr>
        <p:spPr>
          <a:xfrm flipV="1">
            <a:off x="1733551" y="-780"/>
            <a:ext cx="0" cy="952501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1640843" y="801957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1640843" y="2275162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932797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6692124" y="3065070"/>
            <a:ext cx="3753341" cy="3751878"/>
          </a:xfrm>
          <a:custGeom>
            <a:avLst/>
            <a:gdLst>
              <a:gd name="connsiteX0" fmla="*/ 4367836 w 8729121"/>
              <a:gd name="connsiteY0" fmla="*/ 0 h 8778906"/>
              <a:gd name="connsiteX1" fmla="*/ 8729121 w 8729121"/>
              <a:gd name="connsiteY1" fmla="*/ 8732013 h 8778906"/>
              <a:gd name="connsiteX2" fmla="*/ 4361520 w 8729121"/>
              <a:gd name="connsiteY2" fmla="*/ 6876650 h 8778906"/>
              <a:gd name="connsiteX3" fmla="*/ 0 w 8729121"/>
              <a:gd name="connsiteY3" fmla="*/ 8778906 h 8778906"/>
              <a:gd name="connsiteX0" fmla="*/ 4367836 w 8756691"/>
              <a:gd name="connsiteY0" fmla="*/ 0 h 8778906"/>
              <a:gd name="connsiteX1" fmla="*/ 8756691 w 8756691"/>
              <a:gd name="connsiteY1" fmla="*/ 8773368 h 8778906"/>
              <a:gd name="connsiteX2" fmla="*/ 4361520 w 8756691"/>
              <a:gd name="connsiteY2" fmla="*/ 6876650 h 8778906"/>
              <a:gd name="connsiteX3" fmla="*/ 0 w 8756691"/>
              <a:gd name="connsiteY3" fmla="*/ 8778906 h 8778906"/>
              <a:gd name="connsiteX4" fmla="*/ 4367836 w 8756691"/>
              <a:gd name="connsiteY4" fmla="*/ 0 h 8778906"/>
              <a:gd name="connsiteX0" fmla="*/ 4393473 w 8782328"/>
              <a:gd name="connsiteY0" fmla="*/ 0 h 8778906"/>
              <a:gd name="connsiteX1" fmla="*/ 8782328 w 8782328"/>
              <a:gd name="connsiteY1" fmla="*/ 8773368 h 8778906"/>
              <a:gd name="connsiteX2" fmla="*/ 4387157 w 8782328"/>
              <a:gd name="connsiteY2" fmla="*/ 6876650 h 8778906"/>
              <a:gd name="connsiteX3" fmla="*/ 0 w 8782328"/>
              <a:gd name="connsiteY3" fmla="*/ 8778906 h 8778906"/>
              <a:gd name="connsiteX4" fmla="*/ 4393473 w 8782328"/>
              <a:gd name="connsiteY4" fmla="*/ 0 h 8778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82328" h="8778906">
                <a:moveTo>
                  <a:pt x="4393473" y="0"/>
                </a:moveTo>
                <a:lnTo>
                  <a:pt x="8782328" y="8773368"/>
                </a:lnTo>
                <a:lnTo>
                  <a:pt x="4387157" y="6876650"/>
                </a:lnTo>
                <a:lnTo>
                  <a:pt x="0" y="8778906"/>
                </a:lnTo>
                <a:lnTo>
                  <a:pt x="4393473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398121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13824928" y="3138111"/>
            <a:ext cx="3753341" cy="3751878"/>
          </a:xfrm>
          <a:custGeom>
            <a:avLst/>
            <a:gdLst>
              <a:gd name="connsiteX0" fmla="*/ 4367836 w 8729121"/>
              <a:gd name="connsiteY0" fmla="*/ 0 h 8778906"/>
              <a:gd name="connsiteX1" fmla="*/ 8729121 w 8729121"/>
              <a:gd name="connsiteY1" fmla="*/ 8732013 h 8778906"/>
              <a:gd name="connsiteX2" fmla="*/ 4361520 w 8729121"/>
              <a:gd name="connsiteY2" fmla="*/ 6876650 h 8778906"/>
              <a:gd name="connsiteX3" fmla="*/ 0 w 8729121"/>
              <a:gd name="connsiteY3" fmla="*/ 8778906 h 8778906"/>
              <a:gd name="connsiteX0" fmla="*/ 4367836 w 8756691"/>
              <a:gd name="connsiteY0" fmla="*/ 0 h 8778906"/>
              <a:gd name="connsiteX1" fmla="*/ 8756691 w 8756691"/>
              <a:gd name="connsiteY1" fmla="*/ 8773368 h 8778906"/>
              <a:gd name="connsiteX2" fmla="*/ 4361520 w 8756691"/>
              <a:gd name="connsiteY2" fmla="*/ 6876650 h 8778906"/>
              <a:gd name="connsiteX3" fmla="*/ 0 w 8756691"/>
              <a:gd name="connsiteY3" fmla="*/ 8778906 h 8778906"/>
              <a:gd name="connsiteX4" fmla="*/ 4367836 w 8756691"/>
              <a:gd name="connsiteY4" fmla="*/ 0 h 8778906"/>
              <a:gd name="connsiteX0" fmla="*/ 4393473 w 8782328"/>
              <a:gd name="connsiteY0" fmla="*/ 0 h 8778906"/>
              <a:gd name="connsiteX1" fmla="*/ 8782328 w 8782328"/>
              <a:gd name="connsiteY1" fmla="*/ 8773368 h 8778906"/>
              <a:gd name="connsiteX2" fmla="*/ 4387157 w 8782328"/>
              <a:gd name="connsiteY2" fmla="*/ 6876650 h 8778906"/>
              <a:gd name="connsiteX3" fmla="*/ 0 w 8782328"/>
              <a:gd name="connsiteY3" fmla="*/ 8778906 h 8778906"/>
              <a:gd name="connsiteX4" fmla="*/ 4393473 w 8782328"/>
              <a:gd name="connsiteY4" fmla="*/ 0 h 8778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82328" h="8778906">
                <a:moveTo>
                  <a:pt x="4393473" y="0"/>
                </a:moveTo>
                <a:lnTo>
                  <a:pt x="8782328" y="8773368"/>
                </a:lnTo>
                <a:lnTo>
                  <a:pt x="4387157" y="6876650"/>
                </a:lnTo>
                <a:lnTo>
                  <a:pt x="0" y="8778906"/>
                </a:lnTo>
                <a:lnTo>
                  <a:pt x="4393473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6536877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7"/>
          <p:cNvSpPr>
            <a:spLocks noGrp="1"/>
          </p:cNvSpPr>
          <p:nvPr>
            <p:ph type="pic" sz="quarter" idx="10"/>
          </p:nvPr>
        </p:nvSpPr>
        <p:spPr>
          <a:xfrm>
            <a:off x="5802509" y="8804157"/>
            <a:ext cx="12779115" cy="3589998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675103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图片占位符 7"/>
          <p:cNvSpPr>
            <a:spLocks noGrp="1"/>
          </p:cNvSpPr>
          <p:nvPr>
            <p:ph type="pic" sz="quarter" idx="10"/>
          </p:nvPr>
        </p:nvSpPr>
        <p:spPr>
          <a:xfrm>
            <a:off x="3852338" y="3987154"/>
            <a:ext cx="3005833" cy="3005833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8" name="图片占位符 7"/>
          <p:cNvSpPr>
            <a:spLocks noGrp="1"/>
          </p:cNvSpPr>
          <p:nvPr>
            <p:ph type="pic" sz="quarter" idx="11"/>
          </p:nvPr>
        </p:nvSpPr>
        <p:spPr>
          <a:xfrm>
            <a:off x="9864393" y="3987154"/>
            <a:ext cx="3005833" cy="3005833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9" name="图片占位符 7"/>
          <p:cNvSpPr>
            <a:spLocks noGrp="1"/>
          </p:cNvSpPr>
          <p:nvPr>
            <p:ph type="pic" sz="quarter" idx="12"/>
          </p:nvPr>
        </p:nvSpPr>
        <p:spPr>
          <a:xfrm>
            <a:off x="15871445" y="3987154"/>
            <a:ext cx="3005833" cy="3005833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0" name="图片占位符 7"/>
          <p:cNvSpPr>
            <a:spLocks noGrp="1"/>
          </p:cNvSpPr>
          <p:nvPr>
            <p:ph type="pic" sz="quarter" idx="13"/>
          </p:nvPr>
        </p:nvSpPr>
        <p:spPr>
          <a:xfrm>
            <a:off x="18860012" y="6984353"/>
            <a:ext cx="3005833" cy="3005833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1" name="图片占位符 7"/>
          <p:cNvSpPr>
            <a:spLocks noGrp="1"/>
          </p:cNvSpPr>
          <p:nvPr>
            <p:ph type="pic" sz="quarter" idx="14"/>
          </p:nvPr>
        </p:nvSpPr>
        <p:spPr>
          <a:xfrm>
            <a:off x="12865271" y="6992987"/>
            <a:ext cx="3005833" cy="3005833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2" name="图片占位符 7"/>
          <p:cNvSpPr>
            <a:spLocks noGrp="1"/>
          </p:cNvSpPr>
          <p:nvPr>
            <p:ph type="pic" sz="quarter" idx="15"/>
          </p:nvPr>
        </p:nvSpPr>
        <p:spPr>
          <a:xfrm>
            <a:off x="6861576" y="6992987"/>
            <a:ext cx="3005833" cy="3005833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154224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图片占位符 7"/>
          <p:cNvSpPr>
            <a:spLocks noGrp="1"/>
          </p:cNvSpPr>
          <p:nvPr>
            <p:ph type="pic" sz="quarter" idx="10"/>
          </p:nvPr>
        </p:nvSpPr>
        <p:spPr>
          <a:xfrm>
            <a:off x="2915926" y="4502376"/>
            <a:ext cx="9007345" cy="2999206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2" name="图片占位符 7"/>
          <p:cNvSpPr>
            <a:spLocks noGrp="1"/>
          </p:cNvSpPr>
          <p:nvPr>
            <p:ph type="pic" sz="quarter" idx="11"/>
          </p:nvPr>
        </p:nvSpPr>
        <p:spPr>
          <a:xfrm>
            <a:off x="15597715" y="4493963"/>
            <a:ext cx="7082452" cy="2999206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3" name="图片占位符 7"/>
          <p:cNvSpPr>
            <a:spLocks noGrp="1"/>
          </p:cNvSpPr>
          <p:nvPr>
            <p:ph type="pic" sz="quarter" idx="12"/>
          </p:nvPr>
        </p:nvSpPr>
        <p:spPr>
          <a:xfrm>
            <a:off x="11152589" y="7501589"/>
            <a:ext cx="5080001" cy="4512569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108459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图片占位符 7"/>
          <p:cNvSpPr>
            <a:spLocks noGrp="1"/>
          </p:cNvSpPr>
          <p:nvPr>
            <p:ph type="pic" sz="quarter" idx="10"/>
          </p:nvPr>
        </p:nvSpPr>
        <p:spPr>
          <a:xfrm>
            <a:off x="1011840" y="1628773"/>
            <a:ext cx="8217917" cy="4325802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6" name="图片占位符 7"/>
          <p:cNvSpPr>
            <a:spLocks noGrp="1"/>
          </p:cNvSpPr>
          <p:nvPr>
            <p:ph type="pic" sz="quarter" idx="11"/>
          </p:nvPr>
        </p:nvSpPr>
        <p:spPr>
          <a:xfrm>
            <a:off x="9393940" y="1628773"/>
            <a:ext cx="8217917" cy="4325802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7" name="图片占位符 7"/>
          <p:cNvSpPr>
            <a:spLocks noGrp="1"/>
          </p:cNvSpPr>
          <p:nvPr>
            <p:ph type="pic" sz="quarter" idx="12"/>
          </p:nvPr>
        </p:nvSpPr>
        <p:spPr>
          <a:xfrm>
            <a:off x="1011840" y="6140439"/>
            <a:ext cx="8217917" cy="4325802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8" name="图片占位符 7"/>
          <p:cNvSpPr>
            <a:spLocks noGrp="1"/>
          </p:cNvSpPr>
          <p:nvPr>
            <p:ph type="pic" sz="quarter" idx="13"/>
          </p:nvPr>
        </p:nvSpPr>
        <p:spPr>
          <a:xfrm>
            <a:off x="9393940" y="6140439"/>
            <a:ext cx="8217917" cy="4325802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9" name="图片占位符 7"/>
          <p:cNvSpPr>
            <a:spLocks noGrp="1"/>
          </p:cNvSpPr>
          <p:nvPr>
            <p:ph type="pic" sz="quarter" idx="14"/>
          </p:nvPr>
        </p:nvSpPr>
        <p:spPr>
          <a:xfrm>
            <a:off x="17770269" y="1628773"/>
            <a:ext cx="5602008" cy="8837468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439287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图片占位符 7"/>
          <p:cNvSpPr>
            <a:spLocks noGrp="1"/>
          </p:cNvSpPr>
          <p:nvPr>
            <p:ph type="pic" sz="quarter" idx="10"/>
          </p:nvPr>
        </p:nvSpPr>
        <p:spPr>
          <a:xfrm>
            <a:off x="3136900" y="1536700"/>
            <a:ext cx="8991600" cy="50800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4" name="图片占位符 7"/>
          <p:cNvSpPr>
            <a:spLocks noGrp="1"/>
          </p:cNvSpPr>
          <p:nvPr>
            <p:ph type="pic" sz="quarter" idx="11"/>
          </p:nvPr>
        </p:nvSpPr>
        <p:spPr>
          <a:xfrm>
            <a:off x="12255500" y="1536700"/>
            <a:ext cx="8991600" cy="50800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5" name="图片占位符 7"/>
          <p:cNvSpPr>
            <a:spLocks noGrp="1"/>
          </p:cNvSpPr>
          <p:nvPr>
            <p:ph type="pic" sz="quarter" idx="12"/>
          </p:nvPr>
        </p:nvSpPr>
        <p:spPr>
          <a:xfrm>
            <a:off x="12255500" y="6743700"/>
            <a:ext cx="8991600" cy="50800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6" name="图片占位符 7"/>
          <p:cNvSpPr>
            <a:spLocks noGrp="1"/>
          </p:cNvSpPr>
          <p:nvPr>
            <p:ph type="pic" sz="quarter" idx="13"/>
          </p:nvPr>
        </p:nvSpPr>
        <p:spPr>
          <a:xfrm>
            <a:off x="3136900" y="6743700"/>
            <a:ext cx="8991600" cy="50800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793165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图片占位符 7"/>
          <p:cNvSpPr>
            <a:spLocks noGrp="1"/>
          </p:cNvSpPr>
          <p:nvPr>
            <p:ph type="pic" sz="quarter" idx="14"/>
          </p:nvPr>
        </p:nvSpPr>
        <p:spPr>
          <a:xfrm>
            <a:off x="3730572" y="3407683"/>
            <a:ext cx="3810001" cy="6900634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0" name="图片占位符 7"/>
          <p:cNvSpPr>
            <a:spLocks noGrp="1"/>
          </p:cNvSpPr>
          <p:nvPr>
            <p:ph type="pic" sz="quarter" idx="15"/>
          </p:nvPr>
        </p:nvSpPr>
        <p:spPr>
          <a:xfrm>
            <a:off x="13204930" y="3407683"/>
            <a:ext cx="3810001" cy="6900634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3913120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7"/>
          <p:cNvSpPr>
            <a:spLocks noGrp="1"/>
          </p:cNvSpPr>
          <p:nvPr>
            <p:ph type="pic" sz="quarter" idx="14"/>
          </p:nvPr>
        </p:nvSpPr>
        <p:spPr>
          <a:xfrm>
            <a:off x="3449825" y="2760853"/>
            <a:ext cx="8117857" cy="9766002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Shape 26"/>
          <p:cNvSpPr/>
          <p:nvPr/>
        </p:nvSpPr>
        <p:spPr>
          <a:xfrm flipV="1">
            <a:off x="1733549" y="2416173"/>
            <a:ext cx="3" cy="11300608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7" name="Shape 27"/>
          <p:cNvSpPr/>
          <p:nvPr/>
        </p:nvSpPr>
        <p:spPr>
          <a:xfrm flipV="1">
            <a:off x="1733551" y="-780"/>
            <a:ext cx="0" cy="952501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1640843" y="801957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1640843" y="2275162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827842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图片占位符 7"/>
          <p:cNvSpPr>
            <a:spLocks noGrp="1"/>
          </p:cNvSpPr>
          <p:nvPr>
            <p:ph type="pic" sz="quarter" idx="14"/>
          </p:nvPr>
        </p:nvSpPr>
        <p:spPr>
          <a:xfrm>
            <a:off x="3369144" y="0"/>
            <a:ext cx="2230920" cy="137160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5619621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图片占位符 7"/>
          <p:cNvSpPr>
            <a:spLocks noGrp="1"/>
          </p:cNvSpPr>
          <p:nvPr>
            <p:ph type="pic" sz="quarter" idx="14"/>
          </p:nvPr>
        </p:nvSpPr>
        <p:spPr>
          <a:xfrm>
            <a:off x="14596533" y="0"/>
            <a:ext cx="9787467" cy="137160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  <a:gd name="connsiteX4" fmla="*/ 0 w 5173598"/>
              <a:gd name="connsiteY4" fmla="*/ 0 h 13716000"/>
              <a:gd name="connsiteX0" fmla="*/ 2170819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  <a:gd name="connsiteX4" fmla="*/ 2170819 w 5173598"/>
              <a:gd name="connsiteY4" fmla="*/ 0 h 13716000"/>
              <a:gd name="connsiteX0" fmla="*/ 2476091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  <a:gd name="connsiteX4" fmla="*/ 2476091 w 5173598"/>
              <a:gd name="connsiteY4" fmla="*/ 0 h 13716000"/>
              <a:gd name="connsiteX0" fmla="*/ 2357374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  <a:gd name="connsiteX4" fmla="*/ 2357374 w 5173598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3598" h="13716000">
                <a:moveTo>
                  <a:pt x="2357374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lnTo>
                  <a:pt x="2357374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230343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图片占位符 7"/>
          <p:cNvSpPr>
            <a:spLocks noGrp="1"/>
          </p:cNvSpPr>
          <p:nvPr>
            <p:ph type="pic" sz="quarter" idx="14"/>
          </p:nvPr>
        </p:nvSpPr>
        <p:spPr>
          <a:xfrm>
            <a:off x="2644746" y="2853340"/>
            <a:ext cx="4427871" cy="7890935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734535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图片占位符 7"/>
          <p:cNvSpPr>
            <a:spLocks noGrp="1"/>
          </p:cNvSpPr>
          <p:nvPr>
            <p:ph type="pic" sz="quarter" idx="14"/>
          </p:nvPr>
        </p:nvSpPr>
        <p:spPr>
          <a:xfrm>
            <a:off x="16568925" y="2870208"/>
            <a:ext cx="4427871" cy="7890935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662438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7"/>
          <p:cNvSpPr>
            <a:spLocks noGrp="1"/>
          </p:cNvSpPr>
          <p:nvPr>
            <p:ph type="pic" sz="quarter" idx="14"/>
          </p:nvPr>
        </p:nvSpPr>
        <p:spPr>
          <a:xfrm>
            <a:off x="2658188" y="2535766"/>
            <a:ext cx="6129272" cy="8158032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57222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图片占位符 7"/>
          <p:cNvSpPr>
            <a:spLocks noGrp="1"/>
          </p:cNvSpPr>
          <p:nvPr>
            <p:ph type="pic" sz="quarter" idx="14"/>
          </p:nvPr>
        </p:nvSpPr>
        <p:spPr>
          <a:xfrm>
            <a:off x="15651352" y="3117393"/>
            <a:ext cx="6225713" cy="8259632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120108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图片占位符 7"/>
          <p:cNvSpPr>
            <a:spLocks noGrp="1"/>
          </p:cNvSpPr>
          <p:nvPr>
            <p:ph type="pic" sz="quarter" idx="14"/>
          </p:nvPr>
        </p:nvSpPr>
        <p:spPr>
          <a:xfrm>
            <a:off x="3727293" y="4024431"/>
            <a:ext cx="9021651" cy="5067852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876589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28D53D-3572-0AC2-30CB-DA036C5A4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Proxima Nova Th" panose="02000506030000020004" pitchFamily="50" charset="0"/>
              </a:defRPr>
            </a:lvl1pPr>
          </a:lstStyle>
          <a:p>
            <a:fld id="{D1E336F5-B14A-4637-9064-F4D43A69DFE0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2386F3-31F1-2C7C-31EA-C2A4B3207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Proxima Nova Th" panose="02000506030000020004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8AFFF-C992-E7EB-2613-704AFCC52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B27C33-A812-4613-BEE2-1A30ACAAAA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682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1689100" y="9525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rPr err="1"/>
              <a:t>标题文本</a:t>
            </a:r>
            <a:endParaRPr/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1689100" y="3238500"/>
            <a:ext cx="21005800" cy="920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rPr err="1"/>
              <a:t>正文级别</a:t>
            </a:r>
            <a:r>
              <a:t> 1</a:t>
            </a:r>
          </a:p>
          <a:p>
            <a:pPr lvl="1"/>
            <a:r>
              <a:rPr err="1"/>
              <a:t>正文级别</a:t>
            </a:r>
            <a:r>
              <a:t> 2</a:t>
            </a:r>
          </a:p>
          <a:p>
            <a:pPr lvl="2"/>
            <a:r>
              <a:rPr err="1"/>
              <a:t>正文级别</a:t>
            </a:r>
            <a:r>
              <a:t> 3</a:t>
            </a:r>
          </a:p>
          <a:p>
            <a:pPr lvl="3"/>
            <a:r>
              <a:rPr err="1"/>
              <a:t>正文级别</a:t>
            </a:r>
            <a:r>
              <a:t> 4</a:t>
            </a:r>
          </a:p>
          <a:p>
            <a:pPr lvl="4"/>
            <a:r>
              <a:rPr err="1"/>
              <a:t>正文级别</a:t>
            </a:r>
            <a:r>
              <a:t> 5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11966843" y="13081004"/>
            <a:ext cx="437619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>
                <a:latin typeface="Proxima Nova Th" panose="02000506030000020004" pitchFamily="50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2" r:id="rId18"/>
    <p:sldLayoutId id="2147483673" r:id="rId19"/>
    <p:sldLayoutId id="2147483674" r:id="rId20"/>
    <p:sldLayoutId id="2147483675" r:id="rId21"/>
    <p:sldLayoutId id="2147483677" r:id="rId22"/>
    <p:sldLayoutId id="2147483678" r:id="rId23"/>
    <p:sldLayoutId id="2147483679" r:id="rId24"/>
    <p:sldLayoutId id="2147483680" r:id="rId25"/>
    <p:sldLayoutId id="2147483681" r:id="rId26"/>
    <p:sldLayoutId id="2147483682" r:id="rId27"/>
    <p:sldLayoutId id="2147483683" r:id="rId28"/>
    <p:sldLayoutId id="2147483684" r:id="rId29"/>
    <p:sldLayoutId id="2147483685" r:id="rId30"/>
    <p:sldLayoutId id="2147483686" r:id="rId31"/>
    <p:sldLayoutId id="2147483687" r:id="rId32"/>
    <p:sldLayoutId id="2147483688" r:id="rId33"/>
    <p:sldLayoutId id="2147483690" r:id="rId34"/>
    <p:sldLayoutId id="2147483691" r:id="rId35"/>
    <p:sldLayoutId id="2147483692" r:id="rId36"/>
    <p:sldLayoutId id="2147483693" r:id="rId37"/>
    <p:sldLayoutId id="2147483694" r:id="rId38"/>
    <p:sldLayoutId id="2147483695" r:id="rId39"/>
    <p:sldLayoutId id="2147483696" r:id="rId40"/>
    <p:sldLayoutId id="2147483697" r:id="rId41"/>
    <p:sldLayoutId id="2147483702" r:id="rId42"/>
  </p:sldLayoutIdLst>
  <p:transition spd="med"/>
  <p:txStyles>
    <p:titleStyle>
      <a:lvl1pPr marL="0" marR="0" indent="0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Proxima Nova Th" panose="02000506030000020004" pitchFamily="50" charset="0"/>
          <a:ea typeface="+mn-ea"/>
          <a:cs typeface="+mn-cs"/>
          <a:sym typeface="Helvetica Light"/>
        </a:defRPr>
      </a:lvl1pPr>
      <a:lvl2pPr marL="0" marR="0" indent="228589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178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766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354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2942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532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120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709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634968" marR="0" indent="-634968" algn="l" defTabSz="825458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Proxima Nova Th" panose="02000506030000020004" pitchFamily="50" charset="0"/>
          <a:ea typeface="+mn-ea"/>
          <a:cs typeface="+mn-cs"/>
          <a:sym typeface="Helvetica Light"/>
        </a:defRPr>
      </a:lvl1pPr>
      <a:lvl2pPr marL="1269936" marR="0" indent="-634968" algn="l" defTabSz="825458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Proxima Nova Th" panose="02000506030000020004" pitchFamily="50" charset="0"/>
          <a:ea typeface="+mn-ea"/>
          <a:cs typeface="+mn-cs"/>
          <a:sym typeface="Helvetica Light"/>
        </a:defRPr>
      </a:lvl2pPr>
      <a:lvl3pPr marL="1904904" marR="0" indent="-634968" algn="l" defTabSz="825458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Proxima Nova Th" panose="02000506030000020004" pitchFamily="50" charset="0"/>
          <a:ea typeface="+mn-ea"/>
          <a:cs typeface="+mn-cs"/>
          <a:sym typeface="Helvetica Light"/>
        </a:defRPr>
      </a:lvl3pPr>
      <a:lvl4pPr marL="2539874" marR="0" indent="-634968" algn="l" defTabSz="825458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Proxima Nova Th" panose="02000506030000020004" pitchFamily="50" charset="0"/>
          <a:ea typeface="+mn-ea"/>
          <a:cs typeface="+mn-cs"/>
          <a:sym typeface="Helvetica Light"/>
        </a:defRPr>
      </a:lvl4pPr>
      <a:lvl5pPr marL="3174842" marR="0" indent="-634968" algn="l" defTabSz="825458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Proxima Nova Th" panose="02000506030000020004" pitchFamily="50" charset="0"/>
          <a:ea typeface="+mn-ea"/>
          <a:cs typeface="+mn-cs"/>
          <a:sym typeface="Helvetica Light"/>
        </a:defRPr>
      </a:lvl5pPr>
      <a:lvl6pPr marL="3809810" marR="0" indent="-634968" algn="l" defTabSz="825458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4444778" marR="0" indent="-634968" algn="l" defTabSz="825458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5079746" marR="0" indent="-634968" algn="l" defTabSz="825458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5714714" marR="0" indent="-634968" algn="l" defTabSz="825458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589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178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766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354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2942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532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120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709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tershedassociates.com/contact" TargetMode="External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2.xml"/><Relationship Id="rId6" Type="http://schemas.openxmlformats.org/officeDocument/2006/relationships/hyperlink" Target="https://twitter.com/NegotiatingTips" TargetMode="External"/><Relationship Id="rId5" Type="http://schemas.openxmlformats.org/officeDocument/2006/relationships/image" Target="../media/image4.png"/><Relationship Id="rId4" Type="http://schemas.openxmlformats.org/officeDocument/2006/relationships/hyperlink" Target="https://www.linkedin.com/company/watershed-associates-inc-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group of people in a room&#10;&#10;Description automatically generated with low confidence">
            <a:extLst>
              <a:ext uri="{FF2B5EF4-FFF2-40B4-BE49-F238E27FC236}">
                <a16:creationId xmlns:a16="http://schemas.microsoft.com/office/drawing/2014/main" id="{634C0F4C-869A-EC00-4B9F-FD8A6E9EF39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67" b="32168"/>
          <a:stretch/>
        </p:blipFill>
        <p:spPr>
          <a:xfrm>
            <a:off x="-14978" y="6416842"/>
            <a:ext cx="24369668" cy="729915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7B597BC-8867-C8DF-D29F-7BCFD40F6704}"/>
              </a:ext>
            </a:extLst>
          </p:cNvPr>
          <p:cNvSpPr/>
          <p:nvPr/>
        </p:nvSpPr>
        <p:spPr>
          <a:xfrm>
            <a:off x="-140675" y="6453076"/>
            <a:ext cx="24516647" cy="7262924"/>
          </a:xfrm>
          <a:prstGeom prst="rect">
            <a:avLst/>
          </a:prstGeom>
          <a:solidFill>
            <a:srgbClr val="014C74">
              <a:alpha val="80000"/>
            </a:srgbClr>
          </a:solidFill>
          <a:ln w="25400" cap="flat">
            <a:noFill/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7733" tIns="67733" rIns="67733" bIns="67733" numCol="1" spcCol="38100" rtlCol="0" anchor="ctr">
            <a:noAutofit/>
          </a:bodyPr>
          <a:lstStyle/>
          <a:p>
            <a:endParaRPr lang="en-US" sz="4267">
              <a:latin typeface="Proxima Nova Th" panose="02000506030000020004" pitchFamily="50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8E74FE-9243-2BC0-D9B3-471D37DAF0F9}"/>
              </a:ext>
            </a:extLst>
          </p:cNvPr>
          <p:cNvSpPr/>
          <p:nvPr/>
        </p:nvSpPr>
        <p:spPr>
          <a:xfrm rot="5400000">
            <a:off x="12100557" y="-5759369"/>
            <a:ext cx="182880" cy="24384000"/>
          </a:xfrm>
          <a:prstGeom prst="rect">
            <a:avLst/>
          </a:prstGeom>
          <a:solidFill>
            <a:srgbClr val="A4CD3C"/>
          </a:solidFill>
          <a:ln w="25400" cap="flat">
            <a:noFill/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7733" tIns="67733" rIns="67733" bIns="67733" numCol="1" spcCol="38100" rtlCol="0" anchor="ctr">
            <a:noAutofit/>
          </a:bodyPr>
          <a:lstStyle/>
          <a:p>
            <a:endParaRPr lang="en-US" sz="4267">
              <a:latin typeface="Proxima Nova Th" panose="02000506030000020004" pitchFamily="50" charset="0"/>
            </a:endParaRPr>
          </a:p>
        </p:txBody>
      </p:sp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0DAE9B25-A036-7FA3-FB42-BFAFA925A4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0" y="12269277"/>
            <a:ext cx="4830071" cy="12359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5892F1-23C0-8FCF-379B-1D8E2D8B49D2}"/>
              </a:ext>
            </a:extLst>
          </p:cNvPr>
          <p:cNvSpPr txBox="1"/>
          <p:nvPr/>
        </p:nvSpPr>
        <p:spPr>
          <a:xfrm>
            <a:off x="14553361" y="15609903"/>
            <a:ext cx="9822611" cy="3830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7733" tIns="67733" rIns="67733" bIns="67733" numCol="1" spcCol="38100" rtlCol="0" anchor="ctr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Proxima Nova Lt" panose="02000506030000020004" pitchFamily="50" charset="0"/>
              </a:rPr>
              <a:t>© Copyright 2023 WATERSHED WORLDWIDE LLC – ALL RIGHTS RESERVED.</a:t>
            </a:r>
          </a:p>
        </p:txBody>
      </p:sp>
      <p:sp>
        <p:nvSpPr>
          <p:cNvPr id="3" name="AutoShape 2" descr="Behr Logo">
            <a:extLst>
              <a:ext uri="{FF2B5EF4-FFF2-40B4-BE49-F238E27FC236}">
                <a16:creationId xmlns:a16="http://schemas.microsoft.com/office/drawing/2014/main" id="{9867413A-396C-3A2A-AA5C-5CF4ECE302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599" y="6705599"/>
            <a:ext cx="3712029" cy="3712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3F12B5-6C0F-8339-23F2-FCE7158A7FF8}"/>
              </a:ext>
            </a:extLst>
          </p:cNvPr>
          <p:cNvSpPr txBox="1"/>
          <p:nvPr/>
        </p:nvSpPr>
        <p:spPr>
          <a:xfrm>
            <a:off x="-169982" y="7912648"/>
            <a:ext cx="24354688" cy="3149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800"/>
              </a:spcBef>
            </a:pPr>
            <a:r>
              <a:rPr lang="en-US" sz="9600" b="1" dirty="0">
                <a:solidFill>
                  <a:schemeClr val="bg1"/>
                </a:solidFill>
                <a:latin typeface="Proxima Nova Rg" panose="02000506030000020004" pitchFamily="50" charset="0"/>
              </a:rPr>
              <a:t>SUMMARY OF </a:t>
            </a:r>
          </a:p>
          <a:p>
            <a:pPr>
              <a:spcBef>
                <a:spcPts val="800"/>
              </a:spcBef>
            </a:pPr>
            <a:r>
              <a:rPr lang="en-US" sz="9600" b="1" dirty="0">
                <a:solidFill>
                  <a:schemeClr val="bg1"/>
                </a:solidFill>
                <a:latin typeface="Proxima Nova Rg" panose="02000506030000020004" pitchFamily="50" charset="0"/>
              </a:rPr>
              <a:t>EVALUATION REPORT</a:t>
            </a:r>
            <a:endParaRPr lang="en-US" sz="26533" b="1" dirty="0">
              <a:solidFill>
                <a:schemeClr val="bg1"/>
              </a:solidFill>
              <a:latin typeface="Proxima Nova Rg" panose="02000506030000020004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7CDF27-46E5-005E-B134-575A0FEE3F25}"/>
              </a:ext>
            </a:extLst>
          </p:cNvPr>
          <p:cNvSpPr txBox="1"/>
          <p:nvPr/>
        </p:nvSpPr>
        <p:spPr>
          <a:xfrm>
            <a:off x="15376359" y="13418888"/>
            <a:ext cx="8952726" cy="2838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3867" tIns="33867" rIns="33867" bIns="33867" numCol="1" spcCol="38100" rtlCol="0" anchor="ctr">
            <a:spAutoFit/>
          </a:bodyPr>
          <a:lstStyle/>
          <a:p>
            <a:pPr algn="r" defTabSz="550320"/>
            <a:r>
              <a:rPr lang="en-US" sz="1400" dirty="0">
                <a:solidFill>
                  <a:schemeClr val="bg1"/>
                </a:solidFill>
                <a:latin typeface="Proxima Nova Alt Lt" panose="02000506030000020004" pitchFamily="50" charset="0"/>
                <a:cs typeface="Arial" panose="020B0604020202020204" pitchFamily="34" charset="0"/>
              </a:rPr>
              <a:t>© Copyright 2025 WATERSHED WORLDWIDE LLC – ALL RIGHTS RESERVED. PRIVATE &amp; CONFIDENTIAL.</a:t>
            </a:r>
          </a:p>
        </p:txBody>
      </p:sp>
      <p:pic>
        <p:nvPicPr>
          <p:cNvPr id="2" name="Picture 1" descr="HD PNG marathon petroleum logo png ...">
            <a:extLst>
              <a:ext uri="{FF2B5EF4-FFF2-40B4-BE49-F238E27FC236}">
                <a16:creationId xmlns:a16="http://schemas.microsoft.com/office/drawing/2014/main" id="{8527EED0-C84E-841C-B296-91FF64FA22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92" b="89868" l="7658" r="90090">
                        <a14:foregroundMark x1="8108" y1="55947" x2="8108" y2="55947"/>
                        <a14:foregroundMark x1="68468" y1="66960" x2="68468" y2="66960"/>
                        <a14:foregroundMark x1="90090" y1="80176" x2="90090" y2="80176"/>
                        <a14:foregroundMark x1="90090" y1="56388" x2="90090" y2="563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643" y="-470271"/>
            <a:ext cx="7388713" cy="75372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529413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B63179-F82E-1A08-5DB2-7074854714F9}"/>
              </a:ext>
            </a:extLst>
          </p:cNvPr>
          <p:cNvSpPr txBox="1"/>
          <p:nvPr/>
        </p:nvSpPr>
        <p:spPr>
          <a:xfrm>
            <a:off x="2175525" y="3527857"/>
            <a:ext cx="20032949" cy="6660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670" dirty="0">
                <a:solidFill>
                  <a:srgbClr val="014C74"/>
                </a:solidFill>
                <a:latin typeface="Elena Basic Regular" panose="02000000000000000000" pitchFamily="50" charset="0"/>
              </a:rPr>
              <a:t>"I have an </a:t>
            </a:r>
            <a:r>
              <a:rPr lang="en-US" sz="10670" b="1" i="1" dirty="0">
                <a:solidFill>
                  <a:srgbClr val="A4CD3C"/>
                </a:solidFill>
                <a:latin typeface="Elena Basic"/>
              </a:rPr>
              <a:t>immediate direct application</a:t>
            </a:r>
            <a:r>
              <a:rPr lang="en-US" sz="10670" dirty="0">
                <a:solidFill>
                  <a:srgbClr val="014C74"/>
                </a:solidFill>
                <a:latin typeface="Elena Basic Regular" panose="02000000000000000000" pitchFamily="50" charset="0"/>
              </a:rPr>
              <a:t> that I will take what I learned and immediately apply it </a:t>
            </a:r>
            <a:r>
              <a:rPr lang="en-US" sz="10670" b="1" i="1" dirty="0">
                <a:solidFill>
                  <a:srgbClr val="A4CD3C"/>
                </a:solidFill>
                <a:latin typeface="Elena Basic"/>
              </a:rPr>
              <a:t>to a current contract negotiation."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B79DA6-2FBA-B25E-AE53-19A0A59A9253}"/>
              </a:ext>
            </a:extLst>
          </p:cNvPr>
          <p:cNvSpPr/>
          <p:nvPr/>
        </p:nvSpPr>
        <p:spPr>
          <a:xfrm>
            <a:off x="-1" y="-24060"/>
            <a:ext cx="182880" cy="13788000"/>
          </a:xfrm>
          <a:prstGeom prst="rect">
            <a:avLst/>
          </a:prstGeom>
          <a:solidFill>
            <a:srgbClr val="A4CD3C"/>
          </a:solidFill>
          <a:ln w="25400" cap="flat">
            <a:noFill/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7733" tIns="67733" rIns="67733" bIns="67733" numCol="1" spcCol="38100" rtlCol="0" anchor="ctr">
            <a:noAutofit/>
          </a:bodyPr>
          <a:lstStyle/>
          <a:p>
            <a:endParaRPr lang="en-US" sz="4267">
              <a:latin typeface="Proxima Nova Th" panose="02000506030000020004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E60E7C-FB21-B205-DB3B-EF990143601E}"/>
              </a:ext>
            </a:extLst>
          </p:cNvPr>
          <p:cNvSpPr txBox="1"/>
          <p:nvPr/>
        </p:nvSpPr>
        <p:spPr>
          <a:xfrm>
            <a:off x="15376359" y="13418888"/>
            <a:ext cx="8952726" cy="2838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3867" tIns="33867" rIns="33867" bIns="33867" numCol="1" spcCol="38100" rtlCol="0" anchor="ctr">
            <a:spAutoFit/>
          </a:bodyPr>
          <a:lstStyle/>
          <a:p>
            <a:pPr algn="r" defTabSz="550320"/>
            <a:r>
              <a:rPr lang="en-US" sz="1400" dirty="0">
                <a:solidFill>
                  <a:srgbClr val="014C74"/>
                </a:solidFill>
                <a:latin typeface="Proxima Nova Alt Lt" panose="02000506030000020004" pitchFamily="50" charset="0"/>
                <a:cs typeface="Arial" panose="020B0604020202020204" pitchFamily="34" charset="0"/>
              </a:rPr>
              <a:t>© Copyright 2025 WATERSHED WORLDWIDE LLC – ALL RIGHTS RESERVED. PRIVATE &amp; CONFIDENTIAL.</a:t>
            </a:r>
          </a:p>
        </p:txBody>
      </p:sp>
    </p:spTree>
    <p:extLst>
      <p:ext uri="{BB962C8B-B14F-4D97-AF65-F5344CB8AC3E}">
        <p14:creationId xmlns:p14="http://schemas.microsoft.com/office/powerpoint/2010/main" val="3990912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B63179-F82E-1A08-5DB2-7074854714F9}"/>
              </a:ext>
            </a:extLst>
          </p:cNvPr>
          <p:cNvSpPr txBox="1"/>
          <p:nvPr/>
        </p:nvSpPr>
        <p:spPr>
          <a:xfrm>
            <a:off x="1406892" y="3869118"/>
            <a:ext cx="215702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i="1" dirty="0">
                <a:solidFill>
                  <a:srgbClr val="A4CD3C"/>
                </a:solidFill>
                <a:latin typeface="Elena Basic"/>
              </a:rPr>
              <a:t>"Very good. I like the real-life examples </a:t>
            </a:r>
            <a:r>
              <a:rPr lang="en-US" sz="9600" dirty="0">
                <a:solidFill>
                  <a:srgbClr val="014C74"/>
                </a:solidFill>
                <a:latin typeface="Elena Basic Regular" panose="02000000000000000000" pitchFamily="50" charset="0"/>
              </a:rPr>
              <a:t>and being able to work on our specific plans. That was very insightful."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F37D4A-5A19-6F59-77B4-4974577B3051}"/>
              </a:ext>
            </a:extLst>
          </p:cNvPr>
          <p:cNvSpPr/>
          <p:nvPr/>
        </p:nvSpPr>
        <p:spPr>
          <a:xfrm>
            <a:off x="-1" y="-24060"/>
            <a:ext cx="182880" cy="13788000"/>
          </a:xfrm>
          <a:prstGeom prst="rect">
            <a:avLst/>
          </a:prstGeom>
          <a:solidFill>
            <a:srgbClr val="A4CD3C"/>
          </a:solidFill>
          <a:ln w="25400" cap="flat">
            <a:noFill/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7733" tIns="67733" rIns="67733" bIns="67733" numCol="1" spcCol="38100" rtlCol="0" anchor="ctr">
            <a:noAutofit/>
          </a:bodyPr>
          <a:lstStyle/>
          <a:p>
            <a:endParaRPr lang="en-US" sz="4267">
              <a:latin typeface="Proxima Nova Th" panose="02000506030000020004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89C6D7-4E41-C83A-DB07-5242838DB9C6}"/>
              </a:ext>
            </a:extLst>
          </p:cNvPr>
          <p:cNvSpPr txBox="1"/>
          <p:nvPr/>
        </p:nvSpPr>
        <p:spPr>
          <a:xfrm>
            <a:off x="15376359" y="13418888"/>
            <a:ext cx="8952726" cy="2838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3867" tIns="33867" rIns="33867" bIns="33867" numCol="1" spcCol="38100" rtlCol="0" anchor="ctr">
            <a:spAutoFit/>
          </a:bodyPr>
          <a:lstStyle/>
          <a:p>
            <a:pPr algn="r" defTabSz="550320"/>
            <a:r>
              <a:rPr lang="en-US" sz="1400" dirty="0">
                <a:solidFill>
                  <a:srgbClr val="014C74"/>
                </a:solidFill>
                <a:latin typeface="Proxima Nova Alt Lt" panose="02000506030000020004" pitchFamily="50" charset="0"/>
                <a:cs typeface="Arial" panose="020B0604020202020204" pitchFamily="34" charset="0"/>
              </a:rPr>
              <a:t>© Copyright 2025 WATERSHED WORLDWIDE LLC – ALL RIGHTS RESERVED. PRIVATE &amp; CONFIDENTIAL.</a:t>
            </a:r>
          </a:p>
        </p:txBody>
      </p:sp>
    </p:spTree>
    <p:extLst>
      <p:ext uri="{BB962C8B-B14F-4D97-AF65-F5344CB8AC3E}">
        <p14:creationId xmlns:p14="http://schemas.microsoft.com/office/powerpoint/2010/main" val="3833926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B63179-F82E-1A08-5DB2-7074854714F9}"/>
              </a:ext>
            </a:extLst>
          </p:cNvPr>
          <p:cNvSpPr txBox="1"/>
          <p:nvPr/>
        </p:nvSpPr>
        <p:spPr>
          <a:xfrm>
            <a:off x="1844040" y="3672512"/>
            <a:ext cx="2069592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200" b="1" i="1" dirty="0">
                <a:solidFill>
                  <a:srgbClr val="A4CD3C"/>
                </a:solidFill>
                <a:latin typeface="Elena Basic"/>
              </a:rPr>
              <a:t>"Training </a:t>
            </a:r>
            <a:r>
              <a:rPr lang="en-US" sz="10200" dirty="0">
                <a:solidFill>
                  <a:srgbClr val="014C74"/>
                </a:solidFill>
                <a:latin typeface="Elena Basic Regular" panose="02000000000000000000" pitchFamily="50" charset="0"/>
              </a:rPr>
              <a:t>was </a:t>
            </a:r>
            <a:r>
              <a:rPr lang="en-US" sz="10200" b="1" i="1" dirty="0">
                <a:solidFill>
                  <a:srgbClr val="A4CD3C"/>
                </a:solidFill>
                <a:latin typeface="Elena Basic"/>
              </a:rPr>
              <a:t>valuable</a:t>
            </a:r>
            <a:r>
              <a:rPr lang="en-US" sz="10200" dirty="0">
                <a:solidFill>
                  <a:srgbClr val="014C74"/>
                </a:solidFill>
                <a:latin typeface="Elena Basic Regular" panose="02000000000000000000" pitchFamily="50" charset="0"/>
              </a:rPr>
              <a:t> and </a:t>
            </a:r>
            <a:r>
              <a:rPr lang="en-US" sz="10200" b="1" i="1" dirty="0">
                <a:solidFill>
                  <a:srgbClr val="A4CD3C"/>
                </a:solidFill>
                <a:latin typeface="Elena Basic"/>
              </a:rPr>
              <a:t>thought provoking.</a:t>
            </a:r>
            <a:r>
              <a:rPr lang="en-US" sz="10200" dirty="0">
                <a:solidFill>
                  <a:srgbClr val="014C74"/>
                </a:solidFill>
                <a:latin typeface="Elena Basic Regular" panose="02000000000000000000" pitchFamily="50" charset="0"/>
              </a:rPr>
              <a:t> I found it to be helpful and educational."</a:t>
            </a:r>
            <a:endParaRPr lang="en-US" sz="10200" b="1" i="1" dirty="0">
              <a:solidFill>
                <a:srgbClr val="A4CD3C"/>
              </a:solidFill>
              <a:latin typeface="Elena Basic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F4782A-B19B-8AF8-BC66-BA7A56BD6AE9}"/>
              </a:ext>
            </a:extLst>
          </p:cNvPr>
          <p:cNvSpPr/>
          <p:nvPr/>
        </p:nvSpPr>
        <p:spPr>
          <a:xfrm>
            <a:off x="-1" y="-24060"/>
            <a:ext cx="182880" cy="13788000"/>
          </a:xfrm>
          <a:prstGeom prst="rect">
            <a:avLst/>
          </a:prstGeom>
          <a:solidFill>
            <a:srgbClr val="A4CD3C"/>
          </a:solidFill>
          <a:ln w="25400" cap="flat">
            <a:noFill/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7733" tIns="67733" rIns="67733" bIns="67733" numCol="1" spcCol="38100" rtlCol="0" anchor="ctr">
            <a:noAutofit/>
          </a:bodyPr>
          <a:lstStyle/>
          <a:p>
            <a:endParaRPr lang="en-US" sz="4267">
              <a:latin typeface="Proxima Nova Th" panose="02000506030000020004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6571B6-CA25-47F4-7996-CB137998FCCA}"/>
              </a:ext>
            </a:extLst>
          </p:cNvPr>
          <p:cNvSpPr txBox="1"/>
          <p:nvPr/>
        </p:nvSpPr>
        <p:spPr>
          <a:xfrm>
            <a:off x="15376359" y="13418888"/>
            <a:ext cx="8952726" cy="2838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3867" tIns="33867" rIns="33867" bIns="33867" numCol="1" spcCol="38100" rtlCol="0" anchor="ctr">
            <a:spAutoFit/>
          </a:bodyPr>
          <a:lstStyle/>
          <a:p>
            <a:pPr algn="r" defTabSz="550320"/>
            <a:r>
              <a:rPr lang="en-US" sz="1400" dirty="0">
                <a:solidFill>
                  <a:srgbClr val="014C74"/>
                </a:solidFill>
                <a:latin typeface="Proxima Nova Alt Lt" panose="02000506030000020004" pitchFamily="50" charset="0"/>
                <a:cs typeface="Arial" panose="020B0604020202020204" pitchFamily="34" charset="0"/>
              </a:rPr>
              <a:t>© Copyright 2025 WATERSHED WORLDWIDE LLC – ALL RIGHTS RESERVED. PRIVATE &amp; CONFIDENTIAL.</a:t>
            </a:r>
          </a:p>
        </p:txBody>
      </p:sp>
    </p:spTree>
    <p:extLst>
      <p:ext uri="{BB962C8B-B14F-4D97-AF65-F5344CB8AC3E}">
        <p14:creationId xmlns:p14="http://schemas.microsoft.com/office/powerpoint/2010/main" val="1061548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B63179-F82E-1A08-5DB2-7074854714F9}"/>
              </a:ext>
            </a:extLst>
          </p:cNvPr>
          <p:cNvSpPr txBox="1"/>
          <p:nvPr/>
        </p:nvSpPr>
        <p:spPr>
          <a:xfrm>
            <a:off x="1871713" y="4780508"/>
            <a:ext cx="2064057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i="1" dirty="0">
                <a:solidFill>
                  <a:srgbClr val="A4CD3C"/>
                </a:solidFill>
                <a:latin typeface="Elena Basic"/>
              </a:rPr>
              <a:t>"Great instructor, very engaging and relatable in discussions. </a:t>
            </a:r>
            <a:r>
              <a:rPr lang="en-US" sz="8800" dirty="0">
                <a:solidFill>
                  <a:srgbClr val="014C74"/>
                </a:solidFill>
                <a:latin typeface="Elena Basic Regular" panose="02000000000000000000" pitchFamily="50" charset="0"/>
              </a:rPr>
              <a:t>Learned stronger negotiating skills and how to react."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CEAB86-AC54-0FCF-1573-EAB25A84A927}"/>
              </a:ext>
            </a:extLst>
          </p:cNvPr>
          <p:cNvSpPr/>
          <p:nvPr/>
        </p:nvSpPr>
        <p:spPr>
          <a:xfrm>
            <a:off x="-1" y="-24060"/>
            <a:ext cx="182880" cy="13788000"/>
          </a:xfrm>
          <a:prstGeom prst="rect">
            <a:avLst/>
          </a:prstGeom>
          <a:solidFill>
            <a:srgbClr val="A4CD3C"/>
          </a:solidFill>
          <a:ln w="25400" cap="flat">
            <a:noFill/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7733" tIns="67733" rIns="67733" bIns="67733" numCol="1" spcCol="38100" rtlCol="0" anchor="ctr">
            <a:noAutofit/>
          </a:bodyPr>
          <a:lstStyle/>
          <a:p>
            <a:endParaRPr lang="en-US" sz="4267">
              <a:latin typeface="Proxima Nova Th" panose="02000506030000020004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7CA866-856B-8B0F-F23A-78BD877F8E77}"/>
              </a:ext>
            </a:extLst>
          </p:cNvPr>
          <p:cNvSpPr txBox="1"/>
          <p:nvPr/>
        </p:nvSpPr>
        <p:spPr>
          <a:xfrm>
            <a:off x="15376359" y="13418888"/>
            <a:ext cx="8952726" cy="2838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3867" tIns="33867" rIns="33867" bIns="33867" numCol="1" spcCol="38100" rtlCol="0" anchor="ctr">
            <a:spAutoFit/>
          </a:bodyPr>
          <a:lstStyle/>
          <a:p>
            <a:pPr algn="r" defTabSz="550320"/>
            <a:r>
              <a:rPr lang="en-US" sz="1400" dirty="0">
                <a:solidFill>
                  <a:srgbClr val="014C74"/>
                </a:solidFill>
                <a:latin typeface="Proxima Nova Alt Lt" panose="02000506030000020004" pitchFamily="50" charset="0"/>
                <a:cs typeface="Arial" panose="020B0604020202020204" pitchFamily="34" charset="0"/>
              </a:rPr>
              <a:t>© Copyright 2025 WATERSHED WORLDWIDE LLC – ALL RIGHTS RESERVED. PRIVATE &amp; CONFIDENTIAL.</a:t>
            </a:r>
          </a:p>
        </p:txBody>
      </p:sp>
    </p:spTree>
    <p:extLst>
      <p:ext uri="{BB962C8B-B14F-4D97-AF65-F5344CB8AC3E}">
        <p14:creationId xmlns:p14="http://schemas.microsoft.com/office/powerpoint/2010/main" val="7455060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4554F75-13EA-7261-BC93-9CEBD5294BDB}"/>
              </a:ext>
            </a:extLst>
          </p:cNvPr>
          <p:cNvGrpSpPr/>
          <p:nvPr/>
        </p:nvGrpSpPr>
        <p:grpSpPr>
          <a:xfrm>
            <a:off x="1667730" y="130789"/>
            <a:ext cx="10902862" cy="6723142"/>
            <a:chOff x="1996756" y="194460"/>
            <a:chExt cx="6168996" cy="504235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872C6BE-651A-B0A5-B530-67966FE7718E}"/>
                </a:ext>
              </a:extLst>
            </p:cNvPr>
            <p:cNvSpPr txBox="1"/>
            <p:nvPr/>
          </p:nvSpPr>
          <p:spPr>
            <a:xfrm>
              <a:off x="3028167" y="194460"/>
              <a:ext cx="4314776" cy="35316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9999" dirty="0">
                  <a:solidFill>
                    <a:srgbClr val="014C74"/>
                  </a:solidFill>
                  <a:latin typeface="Elena Basic Regular" panose="02000000000000000000"/>
                </a:rPr>
                <a:t>4.91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8EBF0E4-7810-7AA5-6041-ACB8C88AB1E1}"/>
                </a:ext>
              </a:extLst>
            </p:cNvPr>
            <p:cNvSpPr txBox="1"/>
            <p:nvPr/>
          </p:nvSpPr>
          <p:spPr>
            <a:xfrm>
              <a:off x="1996756" y="3921072"/>
              <a:ext cx="6168996" cy="1315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>
                  <a:solidFill>
                    <a:schemeClr val="tx1">
                      <a:lumMod val="75000"/>
                      <a:lumOff val="25000"/>
                    </a:schemeClr>
                  </a:solidFill>
                  <a:latin typeface="Elena Basic Regular" panose="02000000000000000000"/>
                </a:rPr>
                <a:t>Overall effectiveness of the program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ADDD275-96AE-8732-82AC-6D8F378001FC}"/>
                </a:ext>
              </a:extLst>
            </p:cNvPr>
            <p:cNvCxnSpPr>
              <a:cxnSpLocks/>
            </p:cNvCxnSpPr>
            <p:nvPr/>
          </p:nvCxnSpPr>
          <p:spPr>
            <a:xfrm>
              <a:off x="3028167" y="3731658"/>
              <a:ext cx="4106174" cy="0"/>
            </a:xfrm>
            <a:prstGeom prst="line">
              <a:avLst/>
            </a:prstGeom>
            <a:noFill/>
            <a:ln w="28575" cap="flat">
              <a:solidFill>
                <a:srgbClr val="A4CD3C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CD5BC20-18EB-A0C0-82EF-328AD4A24B70}"/>
              </a:ext>
            </a:extLst>
          </p:cNvPr>
          <p:cNvGrpSpPr/>
          <p:nvPr/>
        </p:nvGrpSpPr>
        <p:grpSpPr>
          <a:xfrm>
            <a:off x="13153966" y="194960"/>
            <a:ext cx="10293178" cy="6723142"/>
            <a:chOff x="10394863" y="194460"/>
            <a:chExt cx="6168996" cy="504235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E770336-FEE6-7A4D-A197-AB1054411967}"/>
                </a:ext>
              </a:extLst>
            </p:cNvPr>
            <p:cNvSpPr txBox="1"/>
            <p:nvPr/>
          </p:nvSpPr>
          <p:spPr>
            <a:xfrm>
              <a:off x="11266053" y="194460"/>
              <a:ext cx="4266395" cy="35316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9999" dirty="0">
                  <a:solidFill>
                    <a:srgbClr val="014C74"/>
                  </a:solidFill>
                  <a:latin typeface="Elena Basic Regular" panose="02000000000000000000"/>
                </a:rPr>
                <a:t>5.55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2492627-4F91-5FA9-6952-6A874F6CD457}"/>
                </a:ext>
              </a:extLst>
            </p:cNvPr>
            <p:cNvSpPr txBox="1"/>
            <p:nvPr/>
          </p:nvSpPr>
          <p:spPr>
            <a:xfrm>
              <a:off x="10394863" y="3921072"/>
              <a:ext cx="6168996" cy="1315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>
                  <a:solidFill>
                    <a:schemeClr val="tx1">
                      <a:lumMod val="75000"/>
                      <a:lumOff val="25000"/>
                    </a:schemeClr>
                  </a:solidFill>
                  <a:latin typeface="Elena Basic Regular" panose="02000000000000000000"/>
                </a:rPr>
                <a:t>Overall effectiveness of instructor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6BA0CD9-67B3-EF41-E3D9-BC7098A02B8D}"/>
                </a:ext>
              </a:extLst>
            </p:cNvPr>
            <p:cNvCxnSpPr>
              <a:cxnSpLocks/>
            </p:cNvCxnSpPr>
            <p:nvPr/>
          </p:nvCxnSpPr>
          <p:spPr>
            <a:xfrm>
              <a:off x="11426274" y="3731658"/>
              <a:ext cx="4106174" cy="0"/>
            </a:xfrm>
            <a:prstGeom prst="line">
              <a:avLst/>
            </a:prstGeom>
            <a:noFill/>
            <a:ln w="28575" cap="flat">
              <a:solidFill>
                <a:srgbClr val="A4CD3C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F82124D-E669-111E-808C-08D265CF6ABD}"/>
              </a:ext>
            </a:extLst>
          </p:cNvPr>
          <p:cNvGrpSpPr/>
          <p:nvPr/>
        </p:nvGrpSpPr>
        <p:grpSpPr>
          <a:xfrm>
            <a:off x="2662341" y="6329204"/>
            <a:ext cx="8225328" cy="6723142"/>
            <a:chOff x="1996756" y="6299086"/>
            <a:chExt cx="6168996" cy="504235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041A4A4-11B4-EB1D-F61C-C27B707D09DF}"/>
                </a:ext>
              </a:extLst>
            </p:cNvPr>
            <p:cNvSpPr txBox="1"/>
            <p:nvPr/>
          </p:nvSpPr>
          <p:spPr>
            <a:xfrm>
              <a:off x="2755550" y="6299086"/>
              <a:ext cx="5305235" cy="35316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9999" dirty="0">
                  <a:solidFill>
                    <a:srgbClr val="014C74"/>
                  </a:solidFill>
                  <a:latin typeface="Elena Basic Regular" panose="02000000000000000000"/>
                </a:rPr>
                <a:t>4.36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5B2E18-5F83-49FD-0E0A-6CECFB45BBA4}"/>
                </a:ext>
              </a:extLst>
            </p:cNvPr>
            <p:cNvSpPr txBox="1"/>
            <p:nvPr/>
          </p:nvSpPr>
          <p:spPr>
            <a:xfrm>
              <a:off x="1996756" y="10025698"/>
              <a:ext cx="6168996" cy="1315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>
                  <a:solidFill>
                    <a:schemeClr val="tx1">
                      <a:lumMod val="75000"/>
                      <a:lumOff val="25000"/>
                    </a:schemeClr>
                  </a:solidFill>
                  <a:latin typeface="Elena Basic Regular" panose="02000000000000000000"/>
                </a:rPr>
                <a:t>Expected impact on job performance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EBC36C0-701B-6776-D8BD-0A2A030A87AE}"/>
                </a:ext>
              </a:extLst>
            </p:cNvPr>
            <p:cNvCxnSpPr>
              <a:cxnSpLocks/>
            </p:cNvCxnSpPr>
            <p:nvPr/>
          </p:nvCxnSpPr>
          <p:spPr>
            <a:xfrm>
              <a:off x="3028167" y="9836284"/>
              <a:ext cx="4106174" cy="0"/>
            </a:xfrm>
            <a:prstGeom prst="line">
              <a:avLst/>
            </a:prstGeom>
            <a:noFill/>
            <a:ln w="28575" cap="flat">
              <a:solidFill>
                <a:srgbClr val="A4CD3C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09EC4BC-0F2E-751E-400D-1938C9A5CC5C}"/>
              </a:ext>
            </a:extLst>
          </p:cNvPr>
          <p:cNvGrpSpPr/>
          <p:nvPr/>
        </p:nvGrpSpPr>
        <p:grpSpPr>
          <a:xfrm>
            <a:off x="12570592" y="7444567"/>
            <a:ext cx="10714693" cy="5130337"/>
            <a:chOff x="9412176" y="6350168"/>
            <a:chExt cx="8036020" cy="38477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50EC530-389E-DFCA-A5AB-774DB99D7D1B}"/>
                </a:ext>
              </a:extLst>
            </p:cNvPr>
            <p:cNvSpPr txBox="1"/>
            <p:nvPr/>
          </p:nvSpPr>
          <p:spPr>
            <a:xfrm>
              <a:off x="9412176" y="7635681"/>
              <a:ext cx="8036020" cy="2562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Elena Basic Regular" panose="02000000000000000000"/>
                </a:rPr>
                <a:t>Body language;</a:t>
              </a:r>
            </a:p>
            <a:p>
              <a:r>
                <a:rPr lang="en-US" sz="5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Elena Basic Regular" panose="02000000000000000000"/>
                </a:rPr>
                <a:t>Time crunching negotiations;</a:t>
              </a:r>
            </a:p>
            <a:p>
              <a:r>
                <a:rPr lang="en-US" sz="5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Elena Basic Regular" panose="02000000000000000000"/>
                </a:rPr>
                <a:t>Quick-action situations;</a:t>
              </a:r>
            </a:p>
            <a:p>
              <a:r>
                <a:rPr lang="en-US" sz="5400">
                  <a:solidFill>
                    <a:schemeClr val="tx1">
                      <a:lumMod val="75000"/>
                      <a:lumOff val="25000"/>
                    </a:schemeClr>
                  </a:solidFill>
                  <a:latin typeface="Elena Basic Regular" panose="02000000000000000000"/>
                </a:rPr>
                <a:t>Repeatable negotiations.</a:t>
              </a:r>
              <a:endParaRPr lang="en-US" sz="5400" dirty="0">
                <a:solidFill>
                  <a:schemeClr val="tx1">
                    <a:lumMod val="75000"/>
                    <a:lumOff val="25000"/>
                  </a:schemeClr>
                </a:solidFill>
                <a:latin typeface="Elena Basic Regular" panose="0200000000000000000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850A31D-F36F-D10D-7948-49A485B00032}"/>
                </a:ext>
              </a:extLst>
            </p:cNvPr>
            <p:cNvSpPr txBox="1"/>
            <p:nvPr/>
          </p:nvSpPr>
          <p:spPr>
            <a:xfrm>
              <a:off x="10507055" y="6350168"/>
              <a:ext cx="5944612" cy="9925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0">
                  <a:solidFill>
                    <a:srgbClr val="014C74"/>
                  </a:solidFill>
                  <a:latin typeface="Elena Basic Regular" panose="02000000000000000000"/>
                </a:rPr>
                <a:t>Other topics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F8A6AA2-A43A-6375-EDFA-8F95A702CD46}"/>
                </a:ext>
              </a:extLst>
            </p:cNvPr>
            <p:cNvCxnSpPr>
              <a:cxnSpLocks/>
            </p:cNvCxnSpPr>
            <p:nvPr/>
          </p:nvCxnSpPr>
          <p:spPr>
            <a:xfrm>
              <a:off x="11426274" y="7388866"/>
              <a:ext cx="4106174" cy="0"/>
            </a:xfrm>
            <a:prstGeom prst="line">
              <a:avLst/>
            </a:prstGeom>
            <a:noFill/>
            <a:ln w="28575" cap="flat">
              <a:solidFill>
                <a:srgbClr val="A4CD3C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AD533F22-EBCC-5362-42A0-C453D3D4508B}"/>
              </a:ext>
            </a:extLst>
          </p:cNvPr>
          <p:cNvSpPr/>
          <p:nvPr/>
        </p:nvSpPr>
        <p:spPr>
          <a:xfrm>
            <a:off x="-1" y="-24060"/>
            <a:ext cx="182880" cy="13788000"/>
          </a:xfrm>
          <a:prstGeom prst="rect">
            <a:avLst/>
          </a:prstGeom>
          <a:solidFill>
            <a:srgbClr val="A4CD3C"/>
          </a:solidFill>
          <a:ln w="25400" cap="flat">
            <a:noFill/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7733" tIns="67733" rIns="67733" bIns="67733" numCol="1" spcCol="38100" rtlCol="0" anchor="ctr">
            <a:noAutofit/>
          </a:bodyPr>
          <a:lstStyle/>
          <a:p>
            <a:endParaRPr lang="en-US" sz="4267">
              <a:latin typeface="Proxima Nova Th" panose="02000506030000020004" pitchFamily="50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9EBDDF-FC4A-7A50-8E18-53DEEB5EF2B1}"/>
              </a:ext>
            </a:extLst>
          </p:cNvPr>
          <p:cNvSpPr txBox="1"/>
          <p:nvPr/>
        </p:nvSpPr>
        <p:spPr>
          <a:xfrm>
            <a:off x="15376359" y="13418888"/>
            <a:ext cx="8952726" cy="2838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3867" tIns="33867" rIns="33867" bIns="33867" numCol="1" spcCol="38100" rtlCol="0" anchor="ctr">
            <a:spAutoFit/>
          </a:bodyPr>
          <a:lstStyle/>
          <a:p>
            <a:pPr algn="r" defTabSz="550320"/>
            <a:r>
              <a:rPr lang="en-US" sz="1400" dirty="0">
                <a:solidFill>
                  <a:srgbClr val="014C74"/>
                </a:solidFill>
                <a:latin typeface="Proxima Nova Alt Lt" panose="02000506030000020004" pitchFamily="50" charset="0"/>
                <a:cs typeface="Arial" panose="020B0604020202020204" pitchFamily="34" charset="0"/>
              </a:rPr>
              <a:t>© Copyright 2025 WATERSHED WORLDWIDE LLC – ALL RIGHTS RESERVED. PRIVATE &amp; CONFIDENTIAL.</a:t>
            </a:r>
          </a:p>
        </p:txBody>
      </p:sp>
    </p:spTree>
    <p:extLst>
      <p:ext uri="{BB962C8B-B14F-4D97-AF65-F5344CB8AC3E}">
        <p14:creationId xmlns:p14="http://schemas.microsoft.com/office/powerpoint/2010/main" val="576022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4046151-808B-757B-EF44-69065F22DEE2}"/>
              </a:ext>
            </a:extLst>
          </p:cNvPr>
          <p:cNvSpPr/>
          <p:nvPr/>
        </p:nvSpPr>
        <p:spPr>
          <a:xfrm>
            <a:off x="0" y="0"/>
            <a:ext cx="24383999" cy="13716000"/>
          </a:xfrm>
          <a:prstGeom prst="rect">
            <a:avLst/>
          </a:prstGeom>
          <a:solidFill>
            <a:srgbClr val="014C74"/>
          </a:solidFill>
          <a:ln w="25400" cap="flat">
            <a:noFill/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B6D76987-053F-71E6-C803-6AEB998FBE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7526" y="4000115"/>
            <a:ext cx="8687464" cy="2223038"/>
          </a:xfrm>
          <a:prstGeom prst="rect">
            <a:avLst/>
          </a:prstGeom>
        </p:spPr>
      </p:pic>
      <p:sp>
        <p:nvSpPr>
          <p:cNvPr id="8" name="Rectangle: Rounded Corners 7">
            <a:hlinkClick r:id="rId3"/>
            <a:extLst>
              <a:ext uri="{FF2B5EF4-FFF2-40B4-BE49-F238E27FC236}">
                <a16:creationId xmlns:a16="http://schemas.microsoft.com/office/drawing/2014/main" id="{FF7C0B08-6448-1E18-1F8C-3C7890126295}"/>
              </a:ext>
            </a:extLst>
          </p:cNvPr>
          <p:cNvSpPr/>
          <p:nvPr/>
        </p:nvSpPr>
        <p:spPr>
          <a:xfrm>
            <a:off x="10570234" y="6932014"/>
            <a:ext cx="3243532" cy="862648"/>
          </a:xfrm>
          <a:prstGeom prst="roundRect">
            <a:avLst/>
          </a:prstGeom>
          <a:solidFill>
            <a:srgbClr val="FF9900"/>
          </a:solidFill>
          <a:ln w="25400" cap="flat">
            <a:noFill/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roxima Nova Rg" panose="02000506030000020004" pitchFamily="50" charset="0"/>
                <a:sym typeface="Helvetica Light"/>
              </a:rPr>
              <a:t>Contact Us</a:t>
            </a:r>
          </a:p>
        </p:txBody>
      </p:sp>
      <p:pic>
        <p:nvPicPr>
          <p:cNvPr id="10" name="Picture 9" descr="Icon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ECF0E242-C07F-C9EB-E116-4EF974202BA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604" y="8503523"/>
            <a:ext cx="1030861" cy="1031073"/>
          </a:xfrm>
          <a:prstGeom prst="rect">
            <a:avLst/>
          </a:prstGeom>
        </p:spPr>
      </p:pic>
      <p:pic>
        <p:nvPicPr>
          <p:cNvPr id="12" name="Picture 11" descr="Icon&#10;&#10;Description automatically generated">
            <a:hlinkClick r:id="rId6"/>
            <a:extLst>
              <a:ext uri="{FF2B5EF4-FFF2-40B4-BE49-F238E27FC236}">
                <a16:creationId xmlns:a16="http://schemas.microsoft.com/office/drawing/2014/main" id="{60C26D49-145F-AFC5-E289-F4BF210CEB3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907" y="8503523"/>
            <a:ext cx="996362" cy="9965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64A112E-1C7C-B408-7F8E-2D3732DE0F9E}"/>
              </a:ext>
            </a:extLst>
          </p:cNvPr>
          <p:cNvSpPr txBox="1"/>
          <p:nvPr/>
        </p:nvSpPr>
        <p:spPr>
          <a:xfrm>
            <a:off x="15376359" y="13418888"/>
            <a:ext cx="8952726" cy="2838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3867" tIns="33867" rIns="33867" bIns="33867" numCol="1" spcCol="38100" rtlCol="0" anchor="ctr">
            <a:spAutoFit/>
          </a:bodyPr>
          <a:lstStyle/>
          <a:p>
            <a:pPr algn="r" defTabSz="550320"/>
            <a:r>
              <a:rPr lang="en-US" sz="1400" dirty="0">
                <a:solidFill>
                  <a:schemeClr val="bg1"/>
                </a:solidFill>
                <a:latin typeface="Proxima Nova Alt Lt" panose="02000506030000020004" pitchFamily="50" charset="0"/>
                <a:cs typeface="Arial" panose="020B0604020202020204" pitchFamily="34" charset="0"/>
              </a:rPr>
              <a:t>© Copyright 2025 WATERSHED WORLDWIDE LLC – ALL RIGHTS RESERVED. PRIVATE &amp; CONFIDENTIAL.</a:t>
            </a:r>
          </a:p>
        </p:txBody>
      </p:sp>
    </p:spTree>
    <p:extLst>
      <p:ext uri="{BB962C8B-B14F-4D97-AF65-F5344CB8AC3E}">
        <p14:creationId xmlns:p14="http://schemas.microsoft.com/office/powerpoint/2010/main" val="243138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 cap="flat">
          <a:solidFill>
            <a:srgbClr val="85888D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6AAA9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 cap="flat">
          <a:solidFill>
            <a:srgbClr val="85888D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6AAA9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84663A7E505F42A8EBDB436D7303E4" ma:contentTypeVersion="14" ma:contentTypeDescription="Create a new document." ma:contentTypeScope="" ma:versionID="b6b3d2a76b49b4dbf877e35f0d62e766">
  <xsd:schema xmlns:xsd="http://www.w3.org/2001/XMLSchema" xmlns:xs="http://www.w3.org/2001/XMLSchema" xmlns:p="http://schemas.microsoft.com/office/2006/metadata/properties" xmlns:ns2="41848976-3cbc-4564-b60e-30bb06cf4034" xmlns:ns3="cd59b78c-2f23-490c-bce5-81b106bd2444" targetNamespace="http://schemas.microsoft.com/office/2006/metadata/properties" ma:root="true" ma:fieldsID="5374da0f99fac43f5b959472964929d4" ns2:_="" ns3:_="">
    <xsd:import namespace="41848976-3cbc-4564-b60e-30bb06cf4034"/>
    <xsd:import namespace="cd59b78c-2f23-490c-bce5-81b106bd24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848976-3cbc-4564-b60e-30bb06cf4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c9271f20-bf3b-423f-83e0-771f099dd18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59b78c-2f23-490c-bce5-81b106bd2444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61dcd1ea-b1fe-4a62-8e3f-fe657561631b}" ma:internalName="TaxCatchAll" ma:showField="CatchAllData" ma:web="cd59b78c-2f23-490c-bce5-81b106bd244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1848976-3cbc-4564-b60e-30bb06cf4034">
      <Terms xmlns="http://schemas.microsoft.com/office/infopath/2007/PartnerControls"/>
    </lcf76f155ced4ddcb4097134ff3c332f>
    <TaxCatchAll xmlns="cd59b78c-2f23-490c-bce5-81b106bd2444" xsi:nil="true"/>
  </documentManagement>
</p:properties>
</file>

<file path=customXml/itemProps1.xml><?xml version="1.0" encoding="utf-8"?>
<ds:datastoreItem xmlns:ds="http://schemas.openxmlformats.org/officeDocument/2006/customXml" ds:itemID="{CB483F74-64A6-4C2F-AB8E-B2CD2C72F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1848976-3cbc-4564-b60e-30bb06cf4034"/>
    <ds:schemaRef ds:uri="cd59b78c-2f23-490c-bce5-81b106bd24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E44175E-8EF1-4F14-9FA1-9DC1DD8CF6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BAF0E2-AAA8-460F-8675-197462836749}">
  <ds:schemaRefs>
    <ds:schemaRef ds:uri="http://schemas.microsoft.com/office/2006/metadata/properties"/>
    <ds:schemaRef ds:uri="cd59b78c-2f23-490c-bce5-81b106bd2444"/>
    <ds:schemaRef ds:uri="http://schemas.microsoft.com/office/infopath/2007/PartnerControls"/>
    <ds:schemaRef ds:uri="41848976-3cbc-4564-b60e-30bb06cf4034"/>
    <ds:schemaRef ds:uri="http://purl.org/dc/terms/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2216f011-2e3d-4e2d-bb08-8a7bad82bfe8}" enabled="0" method="" siteId="{2216f011-2e3d-4e2d-bb08-8a7bad82bfe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3172</TotalTime>
  <Words>239</Words>
  <Application>Microsoft Office PowerPoint</Application>
  <PresentationFormat>Custom</PresentationFormat>
  <Paragraphs>26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Proxima Nova Lt</vt:lpstr>
      <vt:lpstr>Elena Basic Regular</vt:lpstr>
      <vt:lpstr>Proxima Nova Rg</vt:lpstr>
      <vt:lpstr>Elena Basic</vt:lpstr>
      <vt:lpstr>Proxima Nova Th</vt:lpstr>
      <vt:lpstr>Proxima Nova Alt Lt</vt:lpstr>
      <vt:lpstr>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JD Altamarino</cp:lastModifiedBy>
  <cp:revision>4</cp:revision>
  <dcterms:modified xsi:type="dcterms:W3CDTF">2026-02-13T09:10:17Z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0x0101008184663A7E505F42A8EBDB436D7303E4</vt:lpwstr>
  </property>
  <property fmtid="{D5CDD505-2E9C-101B-9397-08002B2CF9AE}" pid="3" name="MediaServiceImageTags">
    <vt:lpwstr/>
  </property>
</Properties>
</file>